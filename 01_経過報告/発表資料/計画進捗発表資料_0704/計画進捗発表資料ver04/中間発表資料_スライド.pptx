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2" r:id="rId7"/>
    <p:sldId id="261" r:id="rId8"/>
    <p:sldId id="263" r:id="rId9"/>
    <p:sldId id="264" r:id="rId1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62ADE2-5B31-4E33-981A-EBE0026BCD97}" v="4" dt="2026-07-01T09:08:35.3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1873" autoAdjust="0"/>
  </p:normalViewPr>
  <p:slideViewPr>
    <p:cSldViewPr snapToGrid="0" snapToObjects="1">
      <p:cViewPr varScale="1">
        <p:scale>
          <a:sx n="40" d="100"/>
          <a:sy n="40" d="100"/>
        </p:scale>
        <p:origin x="90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古賀 玲次" userId="d2163e72-4ab4-4222-a3af-dcf152636f21" providerId="ADAL" clId="{4CED5798-B995-4604-96BA-7E646074EB82}"/>
    <pc:docChg chg="undo custSel modSld sldOrd">
      <pc:chgData name="古賀 玲次" userId="d2163e72-4ab4-4222-a3af-dcf152636f21" providerId="ADAL" clId="{4CED5798-B995-4604-96BA-7E646074EB82}" dt="2026-07-01T09:08:35.141" v="1932" actId="20577"/>
      <pc:docMkLst>
        <pc:docMk/>
      </pc:docMkLst>
      <pc:sldChg chg="modSp mod">
        <pc:chgData name="古賀 玲次" userId="d2163e72-4ab4-4222-a3af-dcf152636f21" providerId="ADAL" clId="{4CED5798-B995-4604-96BA-7E646074EB82}" dt="2026-06-29T03:40:35.291" v="159" actId="27636"/>
        <pc:sldMkLst>
          <pc:docMk/>
          <pc:sldMk cId="0" sldId="256"/>
        </pc:sldMkLst>
        <pc:spChg chg="mod">
          <ac:chgData name="古賀 玲次" userId="d2163e72-4ab4-4222-a3af-dcf152636f21" providerId="ADAL" clId="{4CED5798-B995-4604-96BA-7E646074EB82}" dt="2026-06-29T03:40:35.291" v="158" actId="27636"/>
          <ac:spMkLst>
            <pc:docMk/>
            <pc:sldMk cId="0" sldId="256"/>
            <ac:spMk id="7" creationId="{00000000-0000-0000-0000-000000000000}"/>
          </ac:spMkLst>
        </pc:spChg>
        <pc:spChg chg="mod">
          <ac:chgData name="古賀 玲次" userId="d2163e72-4ab4-4222-a3af-dcf152636f21" providerId="ADAL" clId="{4CED5798-B995-4604-96BA-7E646074EB82}" dt="2026-06-29T03:40:35.291" v="159" actId="27636"/>
          <ac:spMkLst>
            <pc:docMk/>
            <pc:sldMk cId="0" sldId="256"/>
            <ac:spMk id="8" creationId="{00000000-0000-0000-0000-000000000000}"/>
          </ac:spMkLst>
        </pc:spChg>
      </pc:sldChg>
      <pc:sldChg chg="modSp mod">
        <pc:chgData name="古賀 玲次" userId="d2163e72-4ab4-4222-a3af-dcf152636f21" providerId="ADAL" clId="{4CED5798-B995-4604-96BA-7E646074EB82}" dt="2026-06-29T03:40:35.296" v="167" actId="27636"/>
        <pc:sldMkLst>
          <pc:docMk/>
          <pc:sldMk cId="0" sldId="257"/>
        </pc:sldMkLst>
        <pc:spChg chg="mod">
          <ac:chgData name="古賀 玲次" userId="d2163e72-4ab4-4222-a3af-dcf152636f21" providerId="ADAL" clId="{4CED5798-B995-4604-96BA-7E646074EB82}" dt="2026-06-29T03:40:35.296" v="167" actId="27636"/>
          <ac:spMkLst>
            <pc:docMk/>
            <pc:sldMk cId="0" sldId="257"/>
            <ac:spMk id="4" creationId="{00000000-0000-0000-0000-000000000000}"/>
          </ac:spMkLst>
        </pc:spChg>
        <pc:spChg chg="mod">
          <ac:chgData name="古賀 玲次" userId="d2163e72-4ab4-4222-a3af-dcf152636f21" providerId="ADAL" clId="{4CED5798-B995-4604-96BA-7E646074EB82}" dt="2026-06-29T03:40:35.296" v="165" actId="27636"/>
          <ac:spMkLst>
            <pc:docMk/>
            <pc:sldMk cId="0" sldId="257"/>
            <ac:spMk id="7" creationId="{00000000-0000-0000-0000-000000000000}"/>
          </ac:spMkLst>
        </pc:spChg>
        <pc:spChg chg="mod">
          <ac:chgData name="古賀 玲次" userId="d2163e72-4ab4-4222-a3af-dcf152636f21" providerId="ADAL" clId="{4CED5798-B995-4604-96BA-7E646074EB82}" dt="2026-06-29T03:40:35.296" v="161" actId="27636"/>
          <ac:spMkLst>
            <pc:docMk/>
            <pc:sldMk cId="0" sldId="257"/>
            <ac:spMk id="13" creationId="{00000000-0000-0000-0000-000000000000}"/>
          </ac:spMkLst>
        </pc:spChg>
        <pc:spChg chg="mod">
          <ac:chgData name="古賀 玲次" userId="d2163e72-4ab4-4222-a3af-dcf152636f21" providerId="ADAL" clId="{4CED5798-B995-4604-96BA-7E646074EB82}" dt="2026-06-29T03:40:35.296" v="166" actId="27636"/>
          <ac:spMkLst>
            <pc:docMk/>
            <pc:sldMk cId="0" sldId="257"/>
            <ac:spMk id="19" creationId="{00000000-0000-0000-0000-000000000000}"/>
          </ac:spMkLst>
        </pc:spChg>
        <pc:spChg chg="mod">
          <ac:chgData name="古賀 玲次" userId="d2163e72-4ab4-4222-a3af-dcf152636f21" providerId="ADAL" clId="{4CED5798-B995-4604-96BA-7E646074EB82}" dt="2026-06-29T03:40:35.296" v="164" actId="27636"/>
          <ac:spMkLst>
            <pc:docMk/>
            <pc:sldMk cId="0" sldId="257"/>
            <ac:spMk id="25" creationId="{00000000-0000-0000-0000-000000000000}"/>
          </ac:spMkLst>
        </pc:spChg>
        <pc:spChg chg="mod">
          <ac:chgData name="古賀 玲次" userId="d2163e72-4ab4-4222-a3af-dcf152636f21" providerId="ADAL" clId="{4CED5798-B995-4604-96BA-7E646074EB82}" dt="2026-06-29T03:40:35.296" v="160" actId="27636"/>
          <ac:spMkLst>
            <pc:docMk/>
            <pc:sldMk cId="0" sldId="257"/>
            <ac:spMk id="31" creationId="{00000000-0000-0000-0000-000000000000}"/>
          </ac:spMkLst>
        </pc:spChg>
        <pc:spChg chg="mod">
          <ac:chgData name="古賀 玲次" userId="d2163e72-4ab4-4222-a3af-dcf152636f21" providerId="ADAL" clId="{4CED5798-B995-4604-96BA-7E646074EB82}" dt="2026-06-29T03:40:35.296" v="163" actId="27636"/>
          <ac:spMkLst>
            <pc:docMk/>
            <pc:sldMk cId="0" sldId="257"/>
            <ac:spMk id="37" creationId="{00000000-0000-0000-0000-000000000000}"/>
          </ac:spMkLst>
        </pc:spChg>
        <pc:spChg chg="mod">
          <ac:chgData name="古賀 玲次" userId="d2163e72-4ab4-4222-a3af-dcf152636f21" providerId="ADAL" clId="{4CED5798-B995-4604-96BA-7E646074EB82}" dt="2026-06-29T03:40:35.296" v="162" actId="27636"/>
          <ac:spMkLst>
            <pc:docMk/>
            <pc:sldMk cId="0" sldId="257"/>
            <ac:spMk id="43" creationId="{00000000-0000-0000-0000-000000000000}"/>
          </ac:spMkLst>
        </pc:spChg>
      </pc:sldChg>
      <pc:sldChg chg="modSp mod modNotesTx">
        <pc:chgData name="古賀 玲次" userId="d2163e72-4ab4-4222-a3af-dcf152636f21" providerId="ADAL" clId="{4CED5798-B995-4604-96BA-7E646074EB82}" dt="2026-06-30T02:55:36.555" v="1236" actId="20577"/>
        <pc:sldMkLst>
          <pc:docMk/>
          <pc:sldMk cId="0" sldId="258"/>
        </pc:sldMkLst>
        <pc:spChg chg="mod">
          <ac:chgData name="古賀 玲次" userId="d2163e72-4ab4-4222-a3af-dcf152636f21" providerId="ADAL" clId="{4CED5798-B995-4604-96BA-7E646074EB82}" dt="2026-06-29T03:40:35.296" v="168" actId="27636"/>
          <ac:spMkLst>
            <pc:docMk/>
            <pc:sldMk cId="0" sldId="258"/>
            <ac:spMk id="10" creationId="{00000000-0000-0000-0000-000000000000}"/>
          </ac:spMkLst>
        </pc:spChg>
        <pc:spChg chg="mod">
          <ac:chgData name="古賀 玲次" userId="d2163e72-4ab4-4222-a3af-dcf152636f21" providerId="ADAL" clId="{4CED5798-B995-4604-96BA-7E646074EB82}" dt="2026-06-30T02:55:36.555" v="1236" actId="20577"/>
          <ac:spMkLst>
            <pc:docMk/>
            <pc:sldMk cId="0" sldId="258"/>
            <ac:spMk id="16" creationId="{00000000-0000-0000-0000-000000000000}"/>
          </ac:spMkLst>
        </pc:spChg>
        <pc:spChg chg="mod">
          <ac:chgData name="古賀 玲次" userId="d2163e72-4ab4-4222-a3af-dcf152636f21" providerId="ADAL" clId="{4CED5798-B995-4604-96BA-7E646074EB82}" dt="2026-06-29T03:40:35.312" v="175" actId="27636"/>
          <ac:spMkLst>
            <pc:docMk/>
            <pc:sldMk cId="0" sldId="258"/>
            <ac:spMk id="18" creationId="{00000000-0000-0000-0000-000000000000}"/>
          </ac:spMkLst>
        </pc:spChg>
        <pc:spChg chg="mod">
          <ac:chgData name="古賀 玲次" userId="d2163e72-4ab4-4222-a3af-dcf152636f21" providerId="ADAL" clId="{4CED5798-B995-4604-96BA-7E646074EB82}" dt="2026-06-29T03:40:35.312" v="174" actId="27636"/>
          <ac:spMkLst>
            <pc:docMk/>
            <pc:sldMk cId="0" sldId="258"/>
            <ac:spMk id="19" creationId="{00000000-0000-0000-0000-000000000000}"/>
          </ac:spMkLst>
        </pc:spChg>
        <pc:spChg chg="mod">
          <ac:chgData name="古賀 玲次" userId="d2163e72-4ab4-4222-a3af-dcf152636f21" providerId="ADAL" clId="{4CED5798-B995-4604-96BA-7E646074EB82}" dt="2026-06-29T03:40:35.296" v="173" actId="27636"/>
          <ac:spMkLst>
            <pc:docMk/>
            <pc:sldMk cId="0" sldId="258"/>
            <ac:spMk id="21" creationId="{00000000-0000-0000-0000-000000000000}"/>
          </ac:spMkLst>
        </pc:spChg>
        <pc:spChg chg="mod">
          <ac:chgData name="古賀 玲次" userId="d2163e72-4ab4-4222-a3af-dcf152636f21" providerId="ADAL" clId="{4CED5798-B995-4604-96BA-7E646074EB82}" dt="2026-06-29T03:40:35.296" v="169" actId="27636"/>
          <ac:spMkLst>
            <pc:docMk/>
            <pc:sldMk cId="0" sldId="258"/>
            <ac:spMk id="22" creationId="{00000000-0000-0000-0000-000000000000}"/>
          </ac:spMkLst>
        </pc:spChg>
        <pc:spChg chg="mod">
          <ac:chgData name="古賀 玲次" userId="d2163e72-4ab4-4222-a3af-dcf152636f21" providerId="ADAL" clId="{4CED5798-B995-4604-96BA-7E646074EB82}" dt="2026-06-29T03:40:35.296" v="171" actId="27636"/>
          <ac:spMkLst>
            <pc:docMk/>
            <pc:sldMk cId="0" sldId="258"/>
            <ac:spMk id="24" creationId="{00000000-0000-0000-0000-000000000000}"/>
          </ac:spMkLst>
        </pc:spChg>
        <pc:spChg chg="mod">
          <ac:chgData name="古賀 玲次" userId="d2163e72-4ab4-4222-a3af-dcf152636f21" providerId="ADAL" clId="{4CED5798-B995-4604-96BA-7E646074EB82}" dt="2026-06-29T03:40:35.296" v="170" actId="27636"/>
          <ac:spMkLst>
            <pc:docMk/>
            <pc:sldMk cId="0" sldId="258"/>
            <ac:spMk id="25" creationId="{00000000-0000-0000-0000-000000000000}"/>
          </ac:spMkLst>
        </pc:spChg>
        <pc:spChg chg="mod">
          <ac:chgData name="古賀 玲次" userId="d2163e72-4ab4-4222-a3af-dcf152636f21" providerId="ADAL" clId="{4CED5798-B995-4604-96BA-7E646074EB82}" dt="2026-06-29T03:40:35.312" v="176" actId="27636"/>
          <ac:spMkLst>
            <pc:docMk/>
            <pc:sldMk cId="0" sldId="258"/>
            <ac:spMk id="26" creationId="{00000000-0000-0000-0000-000000000000}"/>
          </ac:spMkLst>
        </pc:spChg>
      </pc:sldChg>
      <pc:sldChg chg="modSp mod modNotesTx">
        <pc:chgData name="古賀 玲次" userId="d2163e72-4ab4-4222-a3af-dcf152636f21" providerId="ADAL" clId="{4CED5798-B995-4604-96BA-7E646074EB82}" dt="2026-06-29T05:07:36.636" v="404" actId="20577"/>
        <pc:sldMkLst>
          <pc:docMk/>
          <pc:sldMk cId="0" sldId="259"/>
        </pc:sldMkLst>
        <pc:spChg chg="mod">
          <ac:chgData name="古賀 玲次" userId="d2163e72-4ab4-4222-a3af-dcf152636f21" providerId="ADAL" clId="{4CED5798-B995-4604-96BA-7E646074EB82}" dt="2026-06-29T03:40:35.312" v="179" actId="27636"/>
          <ac:spMkLst>
            <pc:docMk/>
            <pc:sldMk cId="0" sldId="259"/>
            <ac:spMk id="10" creationId="{00000000-0000-0000-0000-000000000000}"/>
          </ac:spMkLst>
        </pc:spChg>
        <pc:spChg chg="mod">
          <ac:chgData name="古賀 玲次" userId="d2163e72-4ab4-4222-a3af-dcf152636f21" providerId="ADAL" clId="{4CED5798-B995-4604-96BA-7E646074EB82}" dt="2026-06-29T03:40:35.312" v="177" actId="27636"/>
          <ac:spMkLst>
            <pc:docMk/>
            <pc:sldMk cId="0" sldId="259"/>
            <ac:spMk id="15" creationId="{00000000-0000-0000-0000-000000000000}"/>
          </ac:spMkLst>
        </pc:spChg>
        <pc:spChg chg="mod">
          <ac:chgData name="古賀 玲次" userId="d2163e72-4ab4-4222-a3af-dcf152636f21" providerId="ADAL" clId="{4CED5798-B995-4604-96BA-7E646074EB82}" dt="2026-06-29T03:40:35.312" v="178" actId="27636"/>
          <ac:spMkLst>
            <pc:docMk/>
            <pc:sldMk cId="0" sldId="259"/>
            <ac:spMk id="19" creationId="{00000000-0000-0000-0000-000000000000}"/>
          </ac:spMkLst>
        </pc:spChg>
      </pc:sldChg>
      <pc:sldChg chg="modSp mod modNotesTx">
        <pc:chgData name="古賀 玲次" userId="d2163e72-4ab4-4222-a3af-dcf152636f21" providerId="ADAL" clId="{4CED5798-B995-4604-96BA-7E646074EB82}" dt="2026-06-29T05:30:16.776" v="1235" actId="20577"/>
        <pc:sldMkLst>
          <pc:docMk/>
          <pc:sldMk cId="0" sldId="260"/>
        </pc:sldMkLst>
        <pc:spChg chg="mod">
          <ac:chgData name="古賀 玲次" userId="d2163e72-4ab4-4222-a3af-dcf152636f21" providerId="ADAL" clId="{4CED5798-B995-4604-96BA-7E646074EB82}" dt="2026-06-29T03:40:35.312" v="180" actId="27636"/>
          <ac:spMkLst>
            <pc:docMk/>
            <pc:sldMk cId="0" sldId="260"/>
            <ac:spMk id="7" creationId="{00000000-0000-0000-0000-000000000000}"/>
          </ac:spMkLst>
        </pc:spChg>
        <pc:spChg chg="mod">
          <ac:chgData name="古賀 玲次" userId="d2163e72-4ab4-4222-a3af-dcf152636f21" providerId="ADAL" clId="{4CED5798-B995-4604-96BA-7E646074EB82}" dt="2026-06-29T03:40:35.328" v="184" actId="27636"/>
          <ac:spMkLst>
            <pc:docMk/>
            <pc:sldMk cId="0" sldId="260"/>
            <ac:spMk id="11" creationId="{00000000-0000-0000-0000-000000000000}"/>
          </ac:spMkLst>
        </pc:spChg>
        <pc:spChg chg="mod">
          <ac:chgData name="古賀 玲次" userId="d2163e72-4ab4-4222-a3af-dcf152636f21" providerId="ADAL" clId="{4CED5798-B995-4604-96BA-7E646074EB82}" dt="2026-06-29T03:40:35.328" v="183" actId="27636"/>
          <ac:spMkLst>
            <pc:docMk/>
            <pc:sldMk cId="0" sldId="260"/>
            <ac:spMk id="14" creationId="{00000000-0000-0000-0000-000000000000}"/>
          </ac:spMkLst>
        </pc:spChg>
        <pc:spChg chg="mod">
          <ac:chgData name="古賀 玲次" userId="d2163e72-4ab4-4222-a3af-dcf152636f21" providerId="ADAL" clId="{4CED5798-B995-4604-96BA-7E646074EB82}" dt="2026-06-29T03:40:35.328" v="185" actId="27636"/>
          <ac:spMkLst>
            <pc:docMk/>
            <pc:sldMk cId="0" sldId="260"/>
            <ac:spMk id="18" creationId="{00000000-0000-0000-0000-000000000000}"/>
          </ac:spMkLst>
        </pc:spChg>
        <pc:spChg chg="mod">
          <ac:chgData name="古賀 玲次" userId="d2163e72-4ab4-4222-a3af-dcf152636f21" providerId="ADAL" clId="{4CED5798-B995-4604-96BA-7E646074EB82}" dt="2026-06-29T03:40:35.312" v="181" actId="27636"/>
          <ac:spMkLst>
            <pc:docMk/>
            <pc:sldMk cId="0" sldId="260"/>
            <ac:spMk id="21" creationId="{00000000-0000-0000-0000-000000000000}"/>
          </ac:spMkLst>
        </pc:spChg>
        <pc:spChg chg="mod">
          <ac:chgData name="古賀 玲次" userId="d2163e72-4ab4-4222-a3af-dcf152636f21" providerId="ADAL" clId="{4CED5798-B995-4604-96BA-7E646074EB82}" dt="2026-06-29T03:40:35.328" v="182" actId="27636"/>
          <ac:spMkLst>
            <pc:docMk/>
            <pc:sldMk cId="0" sldId="260"/>
            <ac:spMk id="25" creationId="{00000000-0000-0000-0000-000000000000}"/>
          </ac:spMkLst>
        </pc:spChg>
      </pc:sldChg>
      <pc:sldChg chg="addSp delSp modSp mod modNotesTx">
        <pc:chgData name="古賀 玲次" userId="d2163e72-4ab4-4222-a3af-dcf152636f21" providerId="ADAL" clId="{4CED5798-B995-4604-96BA-7E646074EB82}" dt="2026-07-01T09:08:35.141" v="1932" actId="20577"/>
        <pc:sldMkLst>
          <pc:docMk/>
          <pc:sldMk cId="0" sldId="261"/>
        </pc:sldMkLst>
        <pc:spChg chg="mod">
          <ac:chgData name="古賀 玲次" userId="d2163e72-4ab4-4222-a3af-dcf152636f21" providerId="ADAL" clId="{4CED5798-B995-4604-96BA-7E646074EB82}" dt="2026-06-30T03:19:31.366" v="1785" actId="20577"/>
          <ac:spMkLst>
            <pc:docMk/>
            <pc:sldMk cId="0" sldId="261"/>
            <ac:spMk id="4" creationId="{00000000-0000-0000-0000-000000000000}"/>
          </ac:spMkLst>
        </pc:spChg>
        <pc:spChg chg="del">
          <ac:chgData name="古賀 玲次" userId="d2163e72-4ab4-4222-a3af-dcf152636f21" providerId="ADAL" clId="{4CED5798-B995-4604-96BA-7E646074EB82}" dt="2026-06-30T03:19:19.117" v="1782" actId="478"/>
          <ac:spMkLst>
            <pc:docMk/>
            <pc:sldMk cId="0" sldId="261"/>
            <ac:spMk id="5" creationId="{00000000-0000-0000-0000-000000000000}"/>
          </ac:spMkLst>
        </pc:spChg>
        <pc:spChg chg="del mod">
          <ac:chgData name="古賀 玲次" userId="d2163e72-4ab4-4222-a3af-dcf152636f21" providerId="ADAL" clId="{4CED5798-B995-4604-96BA-7E646074EB82}" dt="2026-06-30T03:19:26.001" v="1784" actId="478"/>
          <ac:spMkLst>
            <pc:docMk/>
            <pc:sldMk cId="0" sldId="261"/>
            <ac:spMk id="6" creationId="{00000000-0000-0000-0000-000000000000}"/>
          </ac:spMkLst>
        </pc:spChg>
        <pc:spChg chg="del">
          <ac:chgData name="古賀 玲次" userId="d2163e72-4ab4-4222-a3af-dcf152636f21" providerId="ADAL" clId="{4CED5798-B995-4604-96BA-7E646074EB82}" dt="2026-06-30T03:19:21.834" v="1783" actId="478"/>
          <ac:spMkLst>
            <pc:docMk/>
            <pc:sldMk cId="0" sldId="261"/>
            <ac:spMk id="7" creationId="{00000000-0000-0000-0000-000000000000}"/>
          </ac:spMkLst>
        </pc:spChg>
        <pc:spChg chg="del">
          <ac:chgData name="古賀 玲次" userId="d2163e72-4ab4-4222-a3af-dcf152636f21" providerId="ADAL" clId="{4CED5798-B995-4604-96BA-7E646074EB82}" dt="2026-06-30T03:19:21.834" v="1783" actId="478"/>
          <ac:spMkLst>
            <pc:docMk/>
            <pc:sldMk cId="0" sldId="261"/>
            <ac:spMk id="8" creationId="{00000000-0000-0000-0000-000000000000}"/>
          </ac:spMkLst>
        </pc:spChg>
        <pc:spChg chg="del mod">
          <ac:chgData name="古賀 玲次" userId="d2163e72-4ab4-4222-a3af-dcf152636f21" providerId="ADAL" clId="{4CED5798-B995-4604-96BA-7E646074EB82}" dt="2026-06-30T03:19:21.834" v="1783" actId="478"/>
          <ac:spMkLst>
            <pc:docMk/>
            <pc:sldMk cId="0" sldId="261"/>
            <ac:spMk id="9" creationId="{00000000-0000-0000-0000-000000000000}"/>
          </ac:spMkLst>
        </pc:spChg>
        <pc:spChg chg="del mod">
          <ac:chgData name="古賀 玲次" userId="d2163e72-4ab4-4222-a3af-dcf152636f21" providerId="ADAL" clId="{4CED5798-B995-4604-96BA-7E646074EB82}" dt="2026-06-30T03:19:21.834" v="1783" actId="478"/>
          <ac:spMkLst>
            <pc:docMk/>
            <pc:sldMk cId="0" sldId="261"/>
            <ac:spMk id="10" creationId="{00000000-0000-0000-0000-000000000000}"/>
          </ac:spMkLst>
        </pc:spChg>
        <pc:spChg chg="del mod">
          <ac:chgData name="古賀 玲次" userId="d2163e72-4ab4-4222-a3af-dcf152636f21" providerId="ADAL" clId="{4CED5798-B995-4604-96BA-7E646074EB82}" dt="2026-06-30T03:19:21.834" v="1783" actId="478"/>
          <ac:spMkLst>
            <pc:docMk/>
            <pc:sldMk cId="0" sldId="261"/>
            <ac:spMk id="11" creationId="{00000000-0000-0000-0000-000000000000}"/>
          </ac:spMkLst>
        </pc:spChg>
        <pc:spChg chg="del mod">
          <ac:chgData name="古賀 玲次" userId="d2163e72-4ab4-4222-a3af-dcf152636f21" providerId="ADAL" clId="{4CED5798-B995-4604-96BA-7E646074EB82}" dt="2026-06-30T03:19:21.834" v="1783" actId="478"/>
          <ac:spMkLst>
            <pc:docMk/>
            <pc:sldMk cId="0" sldId="261"/>
            <ac:spMk id="12" creationId="{00000000-0000-0000-0000-000000000000}"/>
          </ac:spMkLst>
        </pc:spChg>
        <pc:spChg chg="del mod">
          <ac:chgData name="古賀 玲次" userId="d2163e72-4ab4-4222-a3af-dcf152636f21" providerId="ADAL" clId="{4CED5798-B995-4604-96BA-7E646074EB82}" dt="2026-06-30T03:19:21.834" v="1783" actId="478"/>
          <ac:spMkLst>
            <pc:docMk/>
            <pc:sldMk cId="0" sldId="261"/>
            <ac:spMk id="13" creationId="{00000000-0000-0000-0000-000000000000}"/>
          </ac:spMkLst>
        </pc:spChg>
        <pc:spChg chg="del mod">
          <ac:chgData name="古賀 玲次" userId="d2163e72-4ab4-4222-a3af-dcf152636f21" providerId="ADAL" clId="{4CED5798-B995-4604-96BA-7E646074EB82}" dt="2026-06-30T03:19:21.834" v="1783" actId="478"/>
          <ac:spMkLst>
            <pc:docMk/>
            <pc:sldMk cId="0" sldId="261"/>
            <ac:spMk id="14" creationId="{00000000-0000-0000-0000-000000000000}"/>
          </ac:spMkLst>
        </pc:spChg>
        <pc:spChg chg="del mod">
          <ac:chgData name="古賀 玲次" userId="d2163e72-4ab4-4222-a3af-dcf152636f21" providerId="ADAL" clId="{4CED5798-B995-4604-96BA-7E646074EB82}" dt="2026-06-30T03:19:21.834" v="1783" actId="478"/>
          <ac:spMkLst>
            <pc:docMk/>
            <pc:sldMk cId="0" sldId="261"/>
            <ac:spMk id="15" creationId="{00000000-0000-0000-0000-000000000000}"/>
          </ac:spMkLst>
        </pc:spChg>
        <pc:spChg chg="del mod">
          <ac:chgData name="古賀 玲次" userId="d2163e72-4ab4-4222-a3af-dcf152636f21" providerId="ADAL" clId="{4CED5798-B995-4604-96BA-7E646074EB82}" dt="2026-06-30T03:19:21.834" v="1783" actId="478"/>
          <ac:spMkLst>
            <pc:docMk/>
            <pc:sldMk cId="0" sldId="261"/>
            <ac:spMk id="16" creationId="{00000000-0000-0000-0000-000000000000}"/>
          </ac:spMkLst>
        </pc:spChg>
        <pc:picChg chg="add mod">
          <ac:chgData name="古賀 玲次" userId="d2163e72-4ab4-4222-a3af-dcf152636f21" providerId="ADAL" clId="{4CED5798-B995-4604-96BA-7E646074EB82}" dt="2026-06-30T03:21:25.642" v="1830" actId="1076"/>
          <ac:picMkLst>
            <pc:docMk/>
            <pc:sldMk cId="0" sldId="261"/>
            <ac:picMk id="18" creationId="{03130688-4A6B-B7B7-315C-C7504F7F62C4}"/>
          </ac:picMkLst>
        </pc:picChg>
        <pc:picChg chg="add del mod">
          <ac:chgData name="古賀 玲次" userId="d2163e72-4ab4-4222-a3af-dcf152636f21" providerId="ADAL" clId="{4CED5798-B995-4604-96BA-7E646074EB82}" dt="2026-06-30T03:19:14.081" v="1781" actId="478"/>
          <ac:picMkLst>
            <pc:docMk/>
            <pc:sldMk cId="0" sldId="261"/>
            <ac:picMk id="20" creationId="{16A07AFD-E59A-92F1-C0A5-CF61A24E0574}"/>
          </ac:picMkLst>
        </pc:picChg>
      </pc:sldChg>
      <pc:sldChg chg="addSp delSp modSp mod ord modNotesTx">
        <pc:chgData name="古賀 玲次" userId="d2163e72-4ab4-4222-a3af-dcf152636f21" providerId="ADAL" clId="{4CED5798-B995-4604-96BA-7E646074EB82}" dt="2026-07-01T09:08:21.072" v="1917" actId="20577"/>
        <pc:sldMkLst>
          <pc:docMk/>
          <pc:sldMk cId="0" sldId="262"/>
        </pc:sldMkLst>
        <pc:spChg chg="mod">
          <ac:chgData name="古賀 玲次" userId="d2163e72-4ab4-4222-a3af-dcf152636f21" providerId="ADAL" clId="{4CED5798-B995-4604-96BA-7E646074EB82}" dt="2026-06-30T03:06:02.036" v="1275" actId="1076"/>
          <ac:spMkLst>
            <pc:docMk/>
            <pc:sldMk cId="0" sldId="262"/>
            <ac:spMk id="5" creationId="{00000000-0000-0000-0000-000000000000}"/>
          </ac:spMkLst>
        </pc:spChg>
        <pc:spChg chg="mod">
          <ac:chgData name="古賀 玲次" userId="d2163e72-4ab4-4222-a3af-dcf152636f21" providerId="ADAL" clId="{4CED5798-B995-4604-96BA-7E646074EB82}" dt="2026-06-29T03:41:50.064" v="206" actId="27636"/>
          <ac:spMkLst>
            <pc:docMk/>
            <pc:sldMk cId="0" sldId="262"/>
            <ac:spMk id="6" creationId="{00000000-0000-0000-0000-000000000000}"/>
          </ac:spMkLst>
        </pc:spChg>
        <pc:spChg chg="mod">
          <ac:chgData name="古賀 玲次" userId="d2163e72-4ab4-4222-a3af-dcf152636f21" providerId="ADAL" clId="{4CED5798-B995-4604-96BA-7E646074EB82}" dt="2026-06-29T03:41:50.045" v="205" actId="14100"/>
          <ac:spMkLst>
            <pc:docMk/>
            <pc:sldMk cId="0" sldId="262"/>
            <ac:spMk id="7" creationId="{00000000-0000-0000-0000-000000000000}"/>
          </ac:spMkLst>
        </pc:spChg>
        <pc:spChg chg="mod">
          <ac:chgData name="古賀 玲次" userId="d2163e72-4ab4-4222-a3af-dcf152636f21" providerId="ADAL" clId="{4CED5798-B995-4604-96BA-7E646074EB82}" dt="2026-06-29T03:41:50.045" v="205" actId="14100"/>
          <ac:spMkLst>
            <pc:docMk/>
            <pc:sldMk cId="0" sldId="262"/>
            <ac:spMk id="8" creationId="{00000000-0000-0000-0000-000000000000}"/>
          </ac:spMkLst>
        </pc:spChg>
        <pc:spChg chg="mod">
          <ac:chgData name="古賀 玲次" userId="d2163e72-4ab4-4222-a3af-dcf152636f21" providerId="ADAL" clId="{4CED5798-B995-4604-96BA-7E646074EB82}" dt="2026-06-30T03:06:54.956" v="1283" actId="1076"/>
          <ac:spMkLst>
            <pc:docMk/>
            <pc:sldMk cId="0" sldId="262"/>
            <ac:spMk id="9" creationId="{00000000-0000-0000-0000-000000000000}"/>
          </ac:spMkLst>
        </pc:spChg>
        <pc:spChg chg="mod">
          <ac:chgData name="古賀 玲次" userId="d2163e72-4ab4-4222-a3af-dcf152636f21" providerId="ADAL" clId="{4CED5798-B995-4604-96BA-7E646074EB82}" dt="2026-06-30T03:06:45.083" v="1281" actId="1076"/>
          <ac:spMkLst>
            <pc:docMk/>
            <pc:sldMk cId="0" sldId="262"/>
            <ac:spMk id="10" creationId="{00000000-0000-0000-0000-000000000000}"/>
          </ac:spMkLst>
        </pc:spChg>
        <pc:spChg chg="mod">
          <ac:chgData name="古賀 玲次" userId="d2163e72-4ab4-4222-a3af-dcf152636f21" providerId="ADAL" clId="{4CED5798-B995-4604-96BA-7E646074EB82}" dt="2026-06-30T03:06:41.148" v="1280" actId="1076"/>
          <ac:spMkLst>
            <pc:docMk/>
            <pc:sldMk cId="0" sldId="262"/>
            <ac:spMk id="11" creationId="{00000000-0000-0000-0000-000000000000}"/>
          </ac:spMkLst>
        </pc:spChg>
        <pc:spChg chg="mod">
          <ac:chgData name="古賀 玲次" userId="d2163e72-4ab4-4222-a3af-dcf152636f21" providerId="ADAL" clId="{4CED5798-B995-4604-96BA-7E646074EB82}" dt="2026-06-30T03:06:34.572" v="1279" actId="1076"/>
          <ac:spMkLst>
            <pc:docMk/>
            <pc:sldMk cId="0" sldId="262"/>
            <ac:spMk id="12" creationId="{00000000-0000-0000-0000-000000000000}"/>
          </ac:spMkLst>
        </pc:spChg>
        <pc:spChg chg="mod">
          <ac:chgData name="古賀 玲次" userId="d2163e72-4ab4-4222-a3af-dcf152636f21" providerId="ADAL" clId="{4CED5798-B995-4604-96BA-7E646074EB82}" dt="2026-06-30T03:06:21.495" v="1278" actId="1076"/>
          <ac:spMkLst>
            <pc:docMk/>
            <pc:sldMk cId="0" sldId="262"/>
            <ac:spMk id="13" creationId="{00000000-0000-0000-0000-000000000000}"/>
          </ac:spMkLst>
        </pc:spChg>
        <pc:spChg chg="mod">
          <ac:chgData name="古賀 玲次" userId="d2163e72-4ab4-4222-a3af-dcf152636f21" providerId="ADAL" clId="{4CED5798-B995-4604-96BA-7E646074EB82}" dt="2026-06-30T03:06:13.768" v="1277" actId="20577"/>
          <ac:spMkLst>
            <pc:docMk/>
            <pc:sldMk cId="0" sldId="262"/>
            <ac:spMk id="14" creationId="{00000000-0000-0000-0000-000000000000}"/>
          </ac:spMkLst>
        </pc:spChg>
        <pc:spChg chg="del mod">
          <ac:chgData name="古賀 玲次" userId="d2163e72-4ab4-4222-a3af-dcf152636f21" providerId="ADAL" clId="{4CED5798-B995-4604-96BA-7E646074EB82}" dt="2026-06-30T03:04:26.674" v="1259" actId="478"/>
          <ac:spMkLst>
            <pc:docMk/>
            <pc:sldMk cId="0" sldId="262"/>
            <ac:spMk id="15" creationId="{00000000-0000-0000-0000-000000000000}"/>
          </ac:spMkLst>
        </pc:spChg>
        <pc:spChg chg="del mod">
          <ac:chgData name="古賀 玲次" userId="d2163e72-4ab4-4222-a3af-dcf152636f21" providerId="ADAL" clId="{4CED5798-B995-4604-96BA-7E646074EB82}" dt="2026-06-30T03:01:22.556" v="1241" actId="478"/>
          <ac:spMkLst>
            <pc:docMk/>
            <pc:sldMk cId="0" sldId="262"/>
            <ac:spMk id="16" creationId="{00000000-0000-0000-0000-000000000000}"/>
          </ac:spMkLst>
        </pc:spChg>
        <pc:spChg chg="del mod">
          <ac:chgData name="古賀 玲次" userId="d2163e72-4ab4-4222-a3af-dcf152636f21" providerId="ADAL" clId="{4CED5798-B995-4604-96BA-7E646074EB82}" dt="2026-06-30T03:01:15.428" v="1240" actId="478"/>
          <ac:spMkLst>
            <pc:docMk/>
            <pc:sldMk cId="0" sldId="262"/>
            <ac:spMk id="17" creationId="{00000000-0000-0000-0000-000000000000}"/>
          </ac:spMkLst>
        </pc:spChg>
      </pc:sldChg>
      <pc:sldChg chg="modSp mod modNotesTx">
        <pc:chgData name="古賀 玲次" userId="d2163e72-4ab4-4222-a3af-dcf152636f21" providerId="ADAL" clId="{4CED5798-B995-4604-96BA-7E646074EB82}" dt="2026-06-30T03:16:48.970" v="1779" actId="20577"/>
        <pc:sldMkLst>
          <pc:docMk/>
          <pc:sldMk cId="0" sldId="263"/>
        </pc:sldMkLst>
        <pc:spChg chg="mod">
          <ac:chgData name="古賀 玲次" userId="d2163e72-4ab4-4222-a3af-dcf152636f21" providerId="ADAL" clId="{4CED5798-B995-4604-96BA-7E646074EB82}" dt="2026-06-29T03:40:35.264" v="148" actId="27636"/>
          <ac:spMkLst>
            <pc:docMk/>
            <pc:sldMk cId="0" sldId="263"/>
            <ac:spMk id="11" creationId="{00000000-0000-0000-0000-000000000000}"/>
          </ac:spMkLst>
        </pc:spChg>
        <pc:spChg chg="mod">
          <ac:chgData name="古賀 玲次" userId="d2163e72-4ab4-4222-a3af-dcf152636f21" providerId="ADAL" clId="{4CED5798-B995-4604-96BA-7E646074EB82}" dt="2026-06-29T03:40:35.264" v="150" actId="27636"/>
          <ac:spMkLst>
            <pc:docMk/>
            <pc:sldMk cId="0" sldId="263"/>
            <ac:spMk id="19" creationId="{00000000-0000-0000-0000-000000000000}"/>
          </ac:spMkLst>
        </pc:spChg>
        <pc:spChg chg="mod">
          <ac:chgData name="古賀 玲次" userId="d2163e72-4ab4-4222-a3af-dcf152636f21" providerId="ADAL" clId="{4CED5798-B995-4604-96BA-7E646074EB82}" dt="2026-06-29T03:40:35.264" v="151" actId="27636"/>
          <ac:spMkLst>
            <pc:docMk/>
            <pc:sldMk cId="0" sldId="263"/>
            <ac:spMk id="25" creationId="{00000000-0000-0000-0000-000000000000}"/>
          </ac:spMkLst>
        </pc:spChg>
        <pc:spChg chg="mod">
          <ac:chgData name="古賀 玲次" userId="d2163e72-4ab4-4222-a3af-dcf152636f21" providerId="ADAL" clId="{4CED5798-B995-4604-96BA-7E646074EB82}" dt="2026-06-29T03:40:35.264" v="153" actId="27636"/>
          <ac:spMkLst>
            <pc:docMk/>
            <pc:sldMk cId="0" sldId="263"/>
            <ac:spMk id="26" creationId="{00000000-0000-0000-0000-000000000000}"/>
          </ac:spMkLst>
        </pc:spChg>
        <pc:spChg chg="mod">
          <ac:chgData name="古賀 玲次" userId="d2163e72-4ab4-4222-a3af-dcf152636f21" providerId="ADAL" clId="{4CED5798-B995-4604-96BA-7E646074EB82}" dt="2026-06-29T03:40:35.264" v="149" actId="27636"/>
          <ac:spMkLst>
            <pc:docMk/>
            <pc:sldMk cId="0" sldId="263"/>
            <ac:spMk id="28" creationId="{00000000-0000-0000-0000-000000000000}"/>
          </ac:spMkLst>
        </pc:spChg>
        <pc:spChg chg="mod">
          <ac:chgData name="古賀 玲次" userId="d2163e72-4ab4-4222-a3af-dcf152636f21" providerId="ADAL" clId="{4CED5798-B995-4604-96BA-7E646074EB82}" dt="2026-06-29T03:40:35.264" v="152" actId="27636"/>
          <ac:spMkLst>
            <pc:docMk/>
            <pc:sldMk cId="0" sldId="263"/>
            <ac:spMk id="29" creationId="{00000000-0000-0000-0000-000000000000}"/>
          </ac:spMkLst>
        </pc:spChg>
        <pc:spChg chg="mod">
          <ac:chgData name="古賀 玲次" userId="d2163e72-4ab4-4222-a3af-dcf152636f21" providerId="ADAL" clId="{4CED5798-B995-4604-96BA-7E646074EB82}" dt="2026-06-29T03:40:35.264" v="146" actId="27636"/>
          <ac:spMkLst>
            <pc:docMk/>
            <pc:sldMk cId="0" sldId="263"/>
            <ac:spMk id="31" creationId="{00000000-0000-0000-0000-000000000000}"/>
          </ac:spMkLst>
        </pc:spChg>
        <pc:spChg chg="mod">
          <ac:chgData name="古賀 玲次" userId="d2163e72-4ab4-4222-a3af-dcf152636f21" providerId="ADAL" clId="{4CED5798-B995-4604-96BA-7E646074EB82}" dt="2026-06-29T03:40:35.264" v="147" actId="27636"/>
          <ac:spMkLst>
            <pc:docMk/>
            <pc:sldMk cId="0" sldId="263"/>
            <ac:spMk id="32" creationId="{00000000-0000-0000-0000-000000000000}"/>
          </ac:spMkLst>
        </pc:spChg>
      </pc:sldChg>
      <pc:sldChg chg="delSp modSp mod modNotesTx">
        <pc:chgData name="古賀 玲次" userId="d2163e72-4ab4-4222-a3af-dcf152636f21" providerId="ADAL" clId="{4CED5798-B995-4604-96BA-7E646074EB82}" dt="2026-06-29T05:29:22.959" v="1234" actId="20577"/>
        <pc:sldMkLst>
          <pc:docMk/>
          <pc:sldMk cId="0" sldId="264"/>
        </pc:sldMkLst>
        <pc:spChg chg="mod">
          <ac:chgData name="古賀 玲次" userId="d2163e72-4ab4-4222-a3af-dcf152636f21" providerId="ADAL" clId="{4CED5798-B995-4604-96BA-7E646074EB82}" dt="2026-06-29T05:29:14.644" v="1233" actId="1076"/>
          <ac:spMkLst>
            <pc:docMk/>
            <pc:sldMk cId="0" sldId="264"/>
            <ac:spMk id="5" creationId="{00000000-0000-0000-0000-000000000000}"/>
          </ac:spMkLst>
        </pc:spChg>
        <pc:spChg chg="mod">
          <ac:chgData name="古賀 玲次" userId="d2163e72-4ab4-4222-a3af-dcf152636f21" providerId="ADAL" clId="{4CED5798-B995-4604-96BA-7E646074EB82}" dt="2026-06-29T05:29:14.644" v="1233" actId="1076"/>
          <ac:spMkLst>
            <pc:docMk/>
            <pc:sldMk cId="0" sldId="264"/>
            <ac:spMk id="6" creationId="{00000000-0000-0000-0000-000000000000}"/>
          </ac:spMkLst>
        </pc:spChg>
        <pc:spChg chg="mod">
          <ac:chgData name="古賀 玲次" userId="d2163e72-4ab4-4222-a3af-dcf152636f21" providerId="ADAL" clId="{4CED5798-B995-4604-96BA-7E646074EB82}" dt="2026-06-29T05:29:14.644" v="1233" actId="1076"/>
          <ac:spMkLst>
            <pc:docMk/>
            <pc:sldMk cId="0" sldId="264"/>
            <ac:spMk id="7" creationId="{00000000-0000-0000-0000-000000000000}"/>
          </ac:spMkLst>
        </pc:spChg>
        <pc:spChg chg="mod">
          <ac:chgData name="古賀 玲次" userId="d2163e72-4ab4-4222-a3af-dcf152636f21" providerId="ADAL" clId="{4CED5798-B995-4604-96BA-7E646074EB82}" dt="2026-06-29T05:29:14.644" v="1233" actId="1076"/>
          <ac:spMkLst>
            <pc:docMk/>
            <pc:sldMk cId="0" sldId="264"/>
            <ac:spMk id="8" creationId="{00000000-0000-0000-0000-000000000000}"/>
          </ac:spMkLst>
        </pc:spChg>
        <pc:spChg chg="mod">
          <ac:chgData name="古賀 玲次" userId="d2163e72-4ab4-4222-a3af-dcf152636f21" providerId="ADAL" clId="{4CED5798-B995-4604-96BA-7E646074EB82}" dt="2026-06-29T05:29:14.644" v="1233" actId="1076"/>
          <ac:spMkLst>
            <pc:docMk/>
            <pc:sldMk cId="0" sldId="264"/>
            <ac:spMk id="9" creationId="{00000000-0000-0000-0000-000000000000}"/>
          </ac:spMkLst>
        </pc:spChg>
        <pc:spChg chg="mod">
          <ac:chgData name="古賀 玲次" userId="d2163e72-4ab4-4222-a3af-dcf152636f21" providerId="ADAL" clId="{4CED5798-B995-4604-96BA-7E646074EB82}" dt="2026-06-29T05:28:52.913" v="1231" actId="1076"/>
          <ac:spMkLst>
            <pc:docMk/>
            <pc:sldMk cId="0" sldId="264"/>
            <ac:spMk id="10" creationId="{00000000-0000-0000-0000-000000000000}"/>
          </ac:spMkLst>
        </pc:spChg>
        <pc:spChg chg="mod">
          <ac:chgData name="古賀 玲次" userId="d2163e72-4ab4-4222-a3af-dcf152636f21" providerId="ADAL" clId="{4CED5798-B995-4604-96BA-7E646074EB82}" dt="2026-06-29T05:28:46.406" v="1230" actId="1076"/>
          <ac:spMkLst>
            <pc:docMk/>
            <pc:sldMk cId="0" sldId="264"/>
            <ac:spMk id="11" creationId="{00000000-0000-0000-0000-000000000000}"/>
          </ac:spMkLst>
        </pc:spChg>
        <pc:spChg chg="mod">
          <ac:chgData name="古賀 玲次" userId="d2163e72-4ab4-4222-a3af-dcf152636f21" providerId="ADAL" clId="{4CED5798-B995-4604-96BA-7E646074EB82}" dt="2026-06-29T05:28:46.406" v="1230" actId="1076"/>
          <ac:spMkLst>
            <pc:docMk/>
            <pc:sldMk cId="0" sldId="264"/>
            <ac:spMk id="12" creationId="{00000000-0000-0000-0000-000000000000}"/>
          </ac:spMkLst>
        </pc:spChg>
        <pc:spChg chg="mod">
          <ac:chgData name="古賀 玲次" userId="d2163e72-4ab4-4222-a3af-dcf152636f21" providerId="ADAL" clId="{4CED5798-B995-4604-96BA-7E646074EB82}" dt="2026-06-29T05:28:46.406" v="1230" actId="1076"/>
          <ac:spMkLst>
            <pc:docMk/>
            <pc:sldMk cId="0" sldId="264"/>
            <ac:spMk id="13" creationId="{00000000-0000-0000-0000-000000000000}"/>
          </ac:spMkLst>
        </pc:spChg>
        <pc:spChg chg="mod">
          <ac:chgData name="古賀 玲次" userId="d2163e72-4ab4-4222-a3af-dcf152636f21" providerId="ADAL" clId="{4CED5798-B995-4604-96BA-7E646074EB82}" dt="2026-06-29T05:28:46.406" v="1230" actId="1076"/>
          <ac:spMkLst>
            <pc:docMk/>
            <pc:sldMk cId="0" sldId="264"/>
            <ac:spMk id="14" creationId="{00000000-0000-0000-0000-000000000000}"/>
          </ac:spMkLst>
        </pc:spChg>
        <pc:spChg chg="mod">
          <ac:chgData name="古賀 玲次" userId="d2163e72-4ab4-4222-a3af-dcf152636f21" providerId="ADAL" clId="{4CED5798-B995-4604-96BA-7E646074EB82}" dt="2026-06-29T05:28:46.406" v="1230" actId="1076"/>
          <ac:spMkLst>
            <pc:docMk/>
            <pc:sldMk cId="0" sldId="264"/>
            <ac:spMk id="15" creationId="{00000000-0000-0000-0000-000000000000}"/>
          </ac:spMkLst>
        </pc:spChg>
        <pc:spChg chg="mod">
          <ac:chgData name="古賀 玲次" userId="d2163e72-4ab4-4222-a3af-dcf152636f21" providerId="ADAL" clId="{4CED5798-B995-4604-96BA-7E646074EB82}" dt="2026-06-29T05:28:59.032" v="1232" actId="1076"/>
          <ac:spMkLst>
            <pc:docMk/>
            <pc:sldMk cId="0" sldId="264"/>
            <ac:spMk id="16" creationId="{00000000-0000-0000-0000-000000000000}"/>
          </ac:spMkLst>
        </pc:spChg>
        <pc:spChg chg="mod">
          <ac:chgData name="古賀 玲次" userId="d2163e72-4ab4-4222-a3af-dcf152636f21" providerId="ADAL" clId="{4CED5798-B995-4604-96BA-7E646074EB82}" dt="2026-06-29T05:28:25.932" v="1228" actId="1076"/>
          <ac:spMkLst>
            <pc:docMk/>
            <pc:sldMk cId="0" sldId="264"/>
            <ac:spMk id="18" creationId="{00000000-0000-0000-0000-000000000000}"/>
          </ac:spMkLst>
        </pc:spChg>
        <pc:spChg chg="mod">
          <ac:chgData name="古賀 玲次" userId="d2163e72-4ab4-4222-a3af-dcf152636f21" providerId="ADAL" clId="{4CED5798-B995-4604-96BA-7E646074EB82}" dt="2026-06-29T05:28:25.932" v="1228" actId="1076"/>
          <ac:spMkLst>
            <pc:docMk/>
            <pc:sldMk cId="0" sldId="264"/>
            <ac:spMk id="19" creationId="{00000000-0000-0000-0000-000000000000}"/>
          </ac:spMkLst>
        </pc:spChg>
        <pc:spChg chg="mod">
          <ac:chgData name="古賀 玲次" userId="d2163e72-4ab4-4222-a3af-dcf152636f21" providerId="ADAL" clId="{4CED5798-B995-4604-96BA-7E646074EB82}" dt="2026-06-29T05:28:25.932" v="1228" actId="1076"/>
          <ac:spMkLst>
            <pc:docMk/>
            <pc:sldMk cId="0" sldId="264"/>
            <ac:spMk id="20" creationId="{00000000-0000-0000-0000-000000000000}"/>
          </ac:spMkLst>
        </pc:spChg>
        <pc:spChg chg="mod">
          <ac:chgData name="古賀 玲次" userId="d2163e72-4ab4-4222-a3af-dcf152636f21" providerId="ADAL" clId="{4CED5798-B995-4604-96BA-7E646074EB82}" dt="2026-06-29T05:28:25.932" v="1228" actId="1076"/>
          <ac:spMkLst>
            <pc:docMk/>
            <pc:sldMk cId="0" sldId="264"/>
            <ac:spMk id="21" creationId="{00000000-0000-0000-0000-000000000000}"/>
          </ac:spMkLst>
        </pc:spChg>
        <pc:spChg chg="mod ord">
          <ac:chgData name="古賀 玲次" userId="d2163e72-4ab4-4222-a3af-dcf152636f21" providerId="ADAL" clId="{4CED5798-B995-4604-96BA-7E646074EB82}" dt="2026-06-29T05:28:25.932" v="1228" actId="1076"/>
          <ac:spMkLst>
            <pc:docMk/>
            <pc:sldMk cId="0" sldId="264"/>
            <ac:spMk id="23" creationId="{00000000-0000-0000-0000-000000000000}"/>
          </ac:spMkLst>
        </pc:spChg>
        <pc:spChg chg="mod">
          <ac:chgData name="古賀 玲次" userId="d2163e72-4ab4-4222-a3af-dcf152636f21" providerId="ADAL" clId="{4CED5798-B995-4604-96BA-7E646074EB82}" dt="2026-06-29T03:40:35.280" v="155" actId="27636"/>
          <ac:spMkLst>
            <pc:docMk/>
            <pc:sldMk cId="0" sldId="264"/>
            <ac:spMk id="3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696508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赤字の状況の中、デマンド交通バスの維持させたい！</a:t>
            </a:r>
            <a:endParaRPr lang="en-US" altLang="ja-JP" dirty="0"/>
          </a:p>
          <a:p>
            <a:r>
              <a:rPr lang="ja-JP" altLang="en-US" dirty="0"/>
              <a:t>その１つとして役立つことをアピール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対象の</a:t>
            </a:r>
            <a:r>
              <a:rPr lang="en-US" altLang="ja-JP" dirty="0"/>
              <a:t>1</a:t>
            </a:r>
            <a:r>
              <a:rPr lang="ja-JP" altLang="en-US" dirty="0"/>
              <a:t>例として</a:t>
            </a:r>
            <a:endParaRPr lang="en-US" altLang="ja-JP" dirty="0"/>
          </a:p>
          <a:p>
            <a:r>
              <a:rPr lang="ja-JP" altLang="en-US" dirty="0"/>
              <a:t>栃木の鬼怒川の氾濫に着目しました</a:t>
            </a:r>
            <a:endParaRPr lang="en-US" altLang="ja-JP" dirty="0"/>
          </a:p>
          <a:p>
            <a:endParaRPr lang="en-US" dirty="0"/>
          </a:p>
          <a:p>
            <a:endParaRPr lang="en-US" dirty="0"/>
          </a:p>
          <a:p>
            <a:r>
              <a:rPr lang="en-US" dirty="0"/>
              <a:t>
デマンド交通の価値の１つとして災害に活用
疑問点：
現実的にデマンドバスの運転手は災害場所にもどってくれるか
パニック者がバスにあつまれるか
どうデマンド交通を活用できるかの多くの方面から検討
（技術的な進化の可能性）</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静的推計を最初に行いました。</a:t>
            </a:r>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行ったデータ</a:t>
            </a:r>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2,257</a:t>
            </a:r>
            <a:r>
              <a:rPr lang="ja-JP" altLang="en-US" dirty="0"/>
              <a:t>人：市の人口ではなく、浸水範囲に重なる出発点</a:t>
            </a:r>
            <a:r>
              <a:rPr lang="en-US" altLang="ja-JP" dirty="0"/>
              <a:t>40</a:t>
            </a:r>
            <a:r>
              <a:rPr lang="ja-JP" altLang="en-US" dirty="0"/>
              <a:t>か所の居住人口。市全体は</a:t>
            </a:r>
            <a:r>
              <a:rPr lang="en-US" altLang="ja-JP" dirty="0"/>
              <a:t>58000</a:t>
            </a:r>
            <a:r>
              <a:rPr lang="ja-JP" altLang="en-US" dirty="0"/>
              <a:t>人</a:t>
            </a:r>
            <a:endParaRPr lang="en-US" altLang="ja-JP" dirty="0"/>
          </a:p>
          <a:p>
            <a:r>
              <a:rPr lang="en-US" dirty="0"/>
              <a:t>40</a:t>
            </a:r>
            <a:r>
              <a:rPr lang="ja-JP" altLang="en-US" dirty="0"/>
              <a:t>メッシュはどこから？：</a:t>
            </a:r>
            <a:r>
              <a:rPr lang="en-US" altLang="ja-JP" dirty="0"/>
              <a:t>250</a:t>
            </a:r>
            <a:r>
              <a:rPr lang="ja-JP" altLang="en-US" dirty="0"/>
              <a:t>人口メッシュのうち、常総市区域かつ浸水想定区域と交差するもの、鬼怒川左岸の氾濫地域</a:t>
            </a:r>
            <a:endParaRPr lang="en-US" altLang="ja-JP" dirty="0"/>
          </a:p>
          <a:p>
            <a:r>
              <a:rPr lang="ja-JP" altLang="en-US" dirty="0"/>
              <a:t>累積閉鎖の対象エリア：道路リンク（面ではなく線）。浸水域にかかった道路</a:t>
            </a:r>
            <a:r>
              <a:rPr lang="en-US" altLang="ja-JP" dirty="0"/>
              <a:t>764</a:t>
            </a:r>
            <a:r>
              <a:rPr lang="ja-JP" altLang="en-US" dirty="0"/>
              <a:t>ほんを「</a:t>
            </a:r>
            <a:r>
              <a:rPr lang="en-US" altLang="ja-JP" dirty="0"/>
              <a:t>1</a:t>
            </a:r>
            <a:r>
              <a:rPr lang="ja-JP" altLang="en-US" dirty="0"/>
              <a:t>度閉鎖→復旧しない」前提で累積したもの</a:t>
            </a:r>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静的のあとに動的にする理由</a:t>
            </a:r>
            <a:endParaRPr lang="en-US" altLang="ja-JP" dirty="0"/>
          </a:p>
          <a:p>
            <a:r>
              <a:rPr lang="ja-JP" altLang="en-US" dirty="0"/>
              <a:t>少しずつ浸水被害の拡大がある→その経過を見るためにシミュレーションを行う</a:t>
            </a:r>
            <a:endParaRPr lang="en-US" altLang="ja-JP" dirty="0"/>
          </a:p>
          <a:p>
            <a:r>
              <a:rPr lang="en-US" altLang="ja-JP" dirty="0"/>
              <a:t>1</a:t>
            </a:r>
            <a:r>
              <a:rPr lang="ja-JP" altLang="en-US" dirty="0"/>
              <a:t>時点で同じように避難するわけではない（タイミングが違う）</a:t>
            </a:r>
            <a:endParaRPr lang="en-US" altLang="ja-JP" dirty="0"/>
          </a:p>
          <a:p>
            <a:r>
              <a:rPr lang="ja-JP" altLang="en-US" dirty="0"/>
              <a:t>シミュレーション結果がないと実際のデータがわからないため、デマンド交通の導入メリットが判断できない</a:t>
            </a:r>
            <a:endParaRPr lang="en-US" altLang="ja-JP" dirty="0"/>
          </a:p>
          <a:p>
            <a:endParaRPr lang="en-US" altLang="ja-JP"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714500" y="-2095500"/>
            <a:ext cx="7239000" cy="6477000"/>
          </a:xfrm>
          <a:prstGeom prst="ellipse">
            <a:avLst/>
          </a:prstGeom>
          <a:gradFill rotWithShape="1">
            <a:gsLst>
              <a:gs pos="0">
                <a:srgbClr val="29ABE2">
                  <a:alpha val="85000"/>
                </a:srgbClr>
              </a:gs>
              <a:gs pos="100000">
                <a:srgbClr val="A8DCF0">
                  <a:alpha val="85000"/>
                </a:srgbClr>
              </a:gs>
            </a:gsLst>
            <a:lin ang="2700000" scaled="0"/>
          </a:gradFill>
          <a:ln/>
        </p:spPr>
        <p:txBody>
          <a:bodyPr/>
          <a:lstStyle/>
          <a:p>
            <a:endParaRPr lang="ja-JP" altLang="en-US"/>
          </a:p>
        </p:txBody>
      </p:sp>
      <p:sp>
        <p:nvSpPr>
          <p:cNvPr id="3" name="Shape 1"/>
          <p:cNvSpPr/>
          <p:nvPr/>
        </p:nvSpPr>
        <p:spPr>
          <a:xfrm>
            <a:off x="1143000" y="-1143000"/>
            <a:ext cx="4953000" cy="4953000"/>
          </a:xfrm>
          <a:prstGeom prst="ellipse">
            <a:avLst/>
          </a:prstGeom>
          <a:gradFill rotWithShape="1">
            <a:gsLst>
              <a:gs pos="0">
                <a:srgbClr val="A8DCF0">
                  <a:alpha val="45000"/>
                </a:srgbClr>
              </a:gs>
              <a:gs pos="100000">
                <a:srgbClr val="29ABE2">
                  <a:alpha val="45000"/>
                </a:srgbClr>
              </a:gs>
            </a:gsLst>
            <a:lin ang="4200000" scaled="0"/>
          </a:gradFill>
          <a:ln/>
        </p:spPr>
        <p:txBody>
          <a:bodyPr/>
          <a:lstStyle/>
          <a:p>
            <a:endParaRPr lang="ja-JP" altLang="en-US"/>
          </a:p>
        </p:txBody>
      </p:sp>
      <p:sp>
        <p:nvSpPr>
          <p:cNvPr id="4" name="Shape 2"/>
          <p:cNvSpPr/>
          <p:nvPr/>
        </p:nvSpPr>
        <p:spPr>
          <a:xfrm>
            <a:off x="12954000" y="6096000"/>
            <a:ext cx="6858000" cy="6667500"/>
          </a:xfrm>
          <a:prstGeom prst="ellipse">
            <a:avLst/>
          </a:prstGeom>
          <a:gradFill rotWithShape="1">
            <a:gsLst>
              <a:gs pos="0">
                <a:srgbClr val="A8DCF0">
                  <a:alpha val="55000"/>
                </a:srgbClr>
              </a:gs>
              <a:gs pos="100000">
                <a:srgbClr val="29ABE2">
                  <a:alpha val="55000"/>
                </a:srgbClr>
              </a:gs>
            </a:gsLst>
            <a:lin ang="3600000" scaled="0"/>
          </a:gradFill>
          <a:ln/>
        </p:spPr>
        <p:txBody>
          <a:bodyPr/>
          <a:lstStyle/>
          <a:p>
            <a:endParaRPr lang="ja-JP" altLang="en-US"/>
          </a:p>
        </p:txBody>
      </p:sp>
      <p:sp>
        <p:nvSpPr>
          <p:cNvPr id="5" name="Shape 3"/>
          <p:cNvSpPr/>
          <p:nvPr/>
        </p:nvSpPr>
        <p:spPr>
          <a:xfrm>
            <a:off x="13906500" y="6286500"/>
            <a:ext cx="3238500" cy="3238500"/>
          </a:xfrm>
          <a:prstGeom prst="ellipse">
            <a:avLst/>
          </a:prstGeom>
          <a:gradFill rotWithShape="1">
            <a:gsLst>
              <a:gs pos="0">
                <a:srgbClr val="29ABE2">
                  <a:alpha val="35000"/>
                </a:srgbClr>
              </a:gs>
              <a:gs pos="100000">
                <a:srgbClr val="A8DCF0">
                  <a:alpha val="35000"/>
                </a:srgbClr>
              </a:gs>
            </a:gsLst>
            <a:lin ang="3600000" scaled="0"/>
          </a:gradFill>
          <a:ln/>
        </p:spPr>
        <p:txBody>
          <a:bodyPr/>
          <a:lstStyle/>
          <a:p>
            <a:endParaRPr lang="ja-JP" altLang="en-US"/>
          </a:p>
        </p:txBody>
      </p:sp>
      <p:sp>
        <p:nvSpPr>
          <p:cNvPr id="6" name="Shape 4"/>
          <p:cNvSpPr/>
          <p:nvPr/>
        </p:nvSpPr>
        <p:spPr>
          <a:xfrm>
            <a:off x="1524000" y="2539504"/>
            <a:ext cx="3537347" cy="508000"/>
          </a:xfrm>
          <a:prstGeom prst="roundRect">
            <a:avLst>
              <a:gd name="adj" fmla="val 50000"/>
            </a:avLst>
          </a:prstGeom>
          <a:ln w="19050">
            <a:solidFill>
              <a:srgbClr val="29ABE2"/>
            </a:solidFill>
            <a:prstDash val="solid"/>
          </a:ln>
        </p:spPr>
        <p:txBody>
          <a:bodyPr/>
          <a:lstStyle/>
          <a:p>
            <a:endParaRPr lang="ja-JP" altLang="en-US"/>
          </a:p>
        </p:txBody>
      </p:sp>
      <p:sp>
        <p:nvSpPr>
          <p:cNvPr id="7" name="Text 5"/>
          <p:cNvSpPr/>
          <p:nvPr/>
        </p:nvSpPr>
        <p:spPr>
          <a:xfrm>
            <a:off x="1790700" y="2653804"/>
            <a:ext cx="3110067"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b="1" kern="0" spc="351" dirty="0">
                <a:solidFill>
                  <a:srgbClr val="29ABE2"/>
                </a:solidFill>
                <a:latin typeface="Arial" pitchFamily="34" charset="0"/>
                <a:ea typeface="Arial" pitchFamily="34" charset="-122"/>
                <a:cs typeface="Arial" pitchFamily="34" charset="-120"/>
              </a:rPr>
              <a:t>POLICY PROPOSAL</a:t>
            </a:r>
            <a:endParaRPr lang="en-US" sz="1950" dirty="0"/>
          </a:p>
        </p:txBody>
      </p:sp>
      <p:sp>
        <p:nvSpPr>
          <p:cNvPr id="8" name="Text 6"/>
          <p:cNvSpPr/>
          <p:nvPr/>
        </p:nvSpPr>
        <p:spPr>
          <a:xfrm>
            <a:off x="1524000" y="3466604"/>
            <a:ext cx="11576685" cy="2375892"/>
          </a:xfrm>
          <a:prstGeom prst="rect">
            <a:avLst/>
          </a:prstGeom>
          <a:noFill/>
          <a:ln/>
        </p:spPr>
        <p:txBody>
          <a:bodyPr wrap="square" lIns="25400" tIns="25400" rIns="25400" bIns="25400" rtlCol="0" anchor="t">
            <a:normAutofit fontScale="92500" lnSpcReduction="10000"/>
          </a:bodyPr>
          <a:lstStyle/>
          <a:p>
            <a:pPr marL="0" indent="0" algn="l">
              <a:lnSpc>
                <a:spcPct val="118000"/>
              </a:lnSpc>
              <a:buNone/>
            </a:pPr>
            <a:r>
              <a:rPr lang="en-US" sz="7800" b="1" kern="0" spc="78" dirty="0">
                <a:solidFill>
                  <a:srgbClr val="111111"/>
                </a:solidFill>
                <a:latin typeface="Arial" pitchFamily="34" charset="0"/>
                <a:ea typeface="Arial" pitchFamily="34" charset="-122"/>
                <a:cs typeface="Arial" pitchFamily="34" charset="-120"/>
              </a:rPr>
              <a:t>デマンド交通の 災害時活用政策提案</a:t>
            </a:r>
            <a:endParaRPr lang="en-US" sz="7800" dirty="0"/>
          </a:p>
        </p:txBody>
      </p:sp>
      <p:sp>
        <p:nvSpPr>
          <p:cNvPr id="9" name="Text 7"/>
          <p:cNvSpPr/>
          <p:nvPr/>
        </p:nvSpPr>
        <p:spPr>
          <a:xfrm>
            <a:off x="1524000" y="6147296"/>
            <a:ext cx="12363450" cy="615950"/>
          </a:xfrm>
          <a:prstGeom prst="rect">
            <a:avLst/>
          </a:prstGeom>
          <a:noFill/>
          <a:ln/>
        </p:spPr>
        <p:txBody>
          <a:bodyPr wrap="square" lIns="25400" tIns="25400" rIns="25400" bIns="25400" rtlCol="0" anchor="t">
            <a:normAutofit/>
          </a:bodyPr>
          <a:lstStyle/>
          <a:p>
            <a:pPr marL="0" indent="0" algn="l">
              <a:buNone/>
            </a:pPr>
            <a:r>
              <a:rPr lang="en-US" sz="3150" dirty="0">
                <a:solidFill>
                  <a:srgbClr val="29ABE2"/>
                </a:solidFill>
                <a:latin typeface="Arial" pitchFamily="34" charset="0"/>
                <a:ea typeface="Arial" pitchFamily="34" charset="-122"/>
                <a:cs typeface="Arial" pitchFamily="34" charset="-120"/>
              </a:rPr>
              <a:t>計画進捗・中間発表</a:t>
            </a:r>
            <a:endParaRPr lang="en-US" sz="3150" dirty="0"/>
          </a:p>
        </p:txBody>
      </p:sp>
      <p:sp>
        <p:nvSpPr>
          <p:cNvPr id="10" name="Shape 8"/>
          <p:cNvSpPr/>
          <p:nvPr/>
        </p:nvSpPr>
        <p:spPr>
          <a:xfrm>
            <a:off x="1524000" y="7522071"/>
            <a:ext cx="457200" cy="38100"/>
          </a:xfrm>
          <a:prstGeom prst="rect">
            <a:avLst/>
          </a:prstGeom>
          <a:solidFill>
            <a:srgbClr val="29ABE2"/>
          </a:solidFill>
          <a:ln/>
        </p:spPr>
        <p:txBody>
          <a:bodyPr/>
          <a:lstStyle/>
          <a:p>
            <a:endParaRPr lang="ja-JP" altLang="en-US"/>
          </a:p>
        </p:txBody>
      </p:sp>
      <p:sp>
        <p:nvSpPr>
          <p:cNvPr id="11" name="Text 9"/>
          <p:cNvSpPr/>
          <p:nvPr/>
        </p:nvSpPr>
        <p:spPr>
          <a:xfrm>
            <a:off x="2171700" y="7334746"/>
            <a:ext cx="1571625" cy="450850"/>
          </a:xfrm>
          <a:prstGeom prst="rect">
            <a:avLst/>
          </a:prstGeom>
          <a:noFill/>
          <a:ln/>
        </p:spPr>
        <p:txBody>
          <a:bodyPr wrap="square" lIns="25400" tIns="25400" rIns="25400" bIns="25400" rtlCol="0" anchor="t">
            <a:normAutofit/>
          </a:bodyPr>
          <a:lstStyle/>
          <a:p>
            <a:pPr marL="0" indent="0" algn="l">
              <a:buNone/>
            </a:pPr>
            <a:r>
              <a:rPr lang="en-US" sz="2250" dirty="0">
                <a:solidFill>
                  <a:srgbClr val="1A1A1A"/>
                </a:solidFill>
                <a:latin typeface="Arial" pitchFamily="34" charset="0"/>
                <a:ea typeface="Arial" pitchFamily="34" charset="-122"/>
                <a:cs typeface="Arial" pitchFamily="34" charset="-120"/>
              </a:rPr>
              <a:t>眞坂研究室</a:t>
            </a:r>
            <a:endParaRPr lang="en-US" sz="2250" dirty="0"/>
          </a:p>
        </p:txBody>
      </p:sp>
      <p:sp>
        <p:nvSpPr>
          <p:cNvPr id="12" name="Text 10"/>
          <p:cNvSpPr/>
          <p:nvPr/>
        </p:nvSpPr>
        <p:spPr>
          <a:xfrm>
            <a:off x="3790950" y="7334746"/>
            <a:ext cx="361950" cy="450850"/>
          </a:xfrm>
          <a:prstGeom prst="rect">
            <a:avLst/>
          </a:prstGeom>
          <a:noFill/>
          <a:ln/>
        </p:spPr>
        <p:txBody>
          <a:bodyPr wrap="square" lIns="25400" tIns="25400" rIns="25400" bIns="25400" rtlCol="0" anchor="t">
            <a:normAutofit/>
          </a:bodyPr>
          <a:lstStyle/>
          <a:p>
            <a:pPr marL="0" indent="0" algn="l">
              <a:buNone/>
            </a:pPr>
            <a:r>
              <a:rPr lang="en-US" sz="2250" dirty="0">
                <a:solidFill>
                  <a:srgbClr val="A8DCF0"/>
                </a:solidFill>
                <a:latin typeface="Arial" pitchFamily="34" charset="0"/>
                <a:ea typeface="Arial" pitchFamily="34" charset="-122"/>
                <a:cs typeface="Arial" pitchFamily="34" charset="-120"/>
              </a:rPr>
              <a:t>／</a:t>
            </a:r>
            <a:endParaRPr lang="en-US" sz="2250" dirty="0"/>
          </a:p>
        </p:txBody>
      </p:sp>
      <p:sp>
        <p:nvSpPr>
          <p:cNvPr id="13" name="Text 11"/>
          <p:cNvSpPr/>
          <p:nvPr/>
        </p:nvSpPr>
        <p:spPr>
          <a:xfrm>
            <a:off x="4267200" y="7334746"/>
            <a:ext cx="3497193" cy="450850"/>
          </a:xfrm>
          <a:prstGeom prst="rect">
            <a:avLst/>
          </a:prstGeom>
          <a:noFill/>
          <a:ln/>
        </p:spPr>
        <p:txBody>
          <a:bodyPr wrap="square" lIns="25400" tIns="25400" rIns="25400" bIns="25400" rtlCol="0" anchor="t">
            <a:normAutofit/>
          </a:bodyPr>
          <a:lstStyle/>
          <a:p>
            <a:pPr marL="0" indent="0" algn="l">
              <a:buNone/>
            </a:pPr>
            <a:r>
              <a:rPr lang="en-US" sz="2250" dirty="0">
                <a:solidFill>
                  <a:srgbClr val="1A1A1A"/>
                </a:solidFill>
                <a:latin typeface="Arial" pitchFamily="34" charset="0"/>
                <a:ea typeface="Arial" pitchFamily="34" charset="-122"/>
                <a:cs typeface="Arial" pitchFamily="34" charset="-120"/>
              </a:rPr>
              <a:t>古賀玲次（23F302020）</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33500" y="-1714500"/>
            <a:ext cx="4953000" cy="4572000"/>
          </a:xfrm>
          <a:prstGeom prst="ellipse">
            <a:avLst/>
          </a:prstGeom>
          <a:gradFill rotWithShape="1">
            <a:gsLst>
              <a:gs pos="0">
                <a:srgbClr val="29ABE2">
                  <a:alpha val="16000"/>
                </a:srgbClr>
              </a:gs>
              <a:gs pos="100000">
                <a:srgbClr val="A8DCF0">
                  <a:alpha val="16000"/>
                </a:srgbClr>
              </a:gs>
            </a:gsLst>
            <a:lin ang="2700000" scaled="0"/>
          </a:gradFill>
          <a:ln/>
        </p:spPr>
        <p:txBody>
          <a:bodyPr/>
          <a:lstStyle/>
          <a:p>
            <a:endParaRPr lang="ja-JP" altLang="en-US"/>
          </a:p>
        </p:txBody>
      </p:sp>
      <p:sp>
        <p:nvSpPr>
          <p:cNvPr id="3" name="Shape 1"/>
          <p:cNvSpPr/>
          <p:nvPr/>
        </p:nvSpPr>
        <p:spPr>
          <a:xfrm>
            <a:off x="16002000" y="1905000"/>
            <a:ext cx="4191000" cy="5524500"/>
          </a:xfrm>
          <a:prstGeom prst="ellipse">
            <a:avLst/>
          </a:prstGeom>
          <a:gradFill rotWithShape="1">
            <a:gsLst>
              <a:gs pos="0">
                <a:srgbClr val="A8DCF0">
                  <a:alpha val="12000"/>
                </a:srgbClr>
              </a:gs>
              <a:gs pos="100000">
                <a:srgbClr val="29ABE2">
                  <a:alpha val="12000"/>
                </a:srgbClr>
              </a:gs>
            </a:gsLst>
            <a:lin ang="4200000" scaled="0"/>
          </a:gradFill>
          <a:ln/>
        </p:spPr>
        <p:txBody>
          <a:bodyPr/>
          <a:lstStyle/>
          <a:p>
            <a:endParaRPr lang="ja-JP" altLang="en-US"/>
          </a:p>
        </p:txBody>
      </p:sp>
      <p:sp>
        <p:nvSpPr>
          <p:cNvPr id="4" name="Text 2"/>
          <p:cNvSpPr/>
          <p:nvPr/>
        </p:nvSpPr>
        <p:spPr>
          <a:xfrm>
            <a:off x="1333500" y="91440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b="1" kern="0" spc="429" dirty="0">
                <a:solidFill>
                  <a:srgbClr val="29ABE2"/>
                </a:solidFill>
                <a:latin typeface="Arial" pitchFamily="34" charset="0"/>
                <a:ea typeface="Arial" pitchFamily="34" charset="-122"/>
                <a:cs typeface="Arial" pitchFamily="34" charset="-120"/>
              </a:rPr>
              <a:t>AGENDA</a:t>
            </a:r>
            <a:endParaRPr lang="en-US" sz="1950" dirty="0"/>
          </a:p>
        </p:txBody>
      </p:sp>
      <p:sp>
        <p:nvSpPr>
          <p:cNvPr id="5" name="Text 3"/>
          <p:cNvSpPr/>
          <p:nvPr/>
        </p:nvSpPr>
        <p:spPr>
          <a:xfrm>
            <a:off x="1333500" y="1270000"/>
            <a:ext cx="17183100" cy="1085850"/>
          </a:xfrm>
          <a:prstGeom prst="rect">
            <a:avLst/>
          </a:prstGeom>
          <a:noFill/>
          <a:ln/>
        </p:spPr>
        <p:txBody>
          <a:bodyPr wrap="square" lIns="25400" tIns="25400" rIns="25400" bIns="25400" rtlCol="0" anchor="t">
            <a:normAutofit/>
          </a:bodyPr>
          <a:lstStyle/>
          <a:p>
            <a:pPr marL="0" indent="0" algn="l">
              <a:buNone/>
            </a:pPr>
            <a:r>
              <a:rPr lang="en-US" sz="5700" b="1" dirty="0">
                <a:solidFill>
                  <a:srgbClr val="111111"/>
                </a:solidFill>
                <a:latin typeface="Arial" pitchFamily="34" charset="0"/>
                <a:ea typeface="Arial" pitchFamily="34" charset="-122"/>
                <a:cs typeface="Arial" pitchFamily="34" charset="-120"/>
              </a:rPr>
              <a:t>目次</a:t>
            </a:r>
            <a:endParaRPr lang="en-US" sz="5700" dirty="0"/>
          </a:p>
        </p:txBody>
      </p:sp>
      <p:sp>
        <p:nvSpPr>
          <p:cNvPr id="6" name="Shape 4"/>
          <p:cNvSpPr/>
          <p:nvPr/>
        </p:nvSpPr>
        <p:spPr>
          <a:xfrm>
            <a:off x="1333500" y="3606800"/>
            <a:ext cx="15621000" cy="9525"/>
          </a:xfrm>
          <a:prstGeom prst="rect">
            <a:avLst/>
          </a:prstGeom>
          <a:solidFill>
            <a:srgbClr val="E4EBF1"/>
          </a:solidFill>
          <a:ln/>
        </p:spPr>
        <p:txBody>
          <a:bodyPr/>
          <a:lstStyle/>
          <a:p>
            <a:endParaRPr lang="ja-JP" altLang="en-US"/>
          </a:p>
        </p:txBody>
      </p:sp>
      <p:sp>
        <p:nvSpPr>
          <p:cNvPr id="7" name="Text 5"/>
          <p:cNvSpPr/>
          <p:nvPr/>
        </p:nvSpPr>
        <p:spPr>
          <a:xfrm>
            <a:off x="1409700" y="3000375"/>
            <a:ext cx="781050" cy="495300"/>
          </a:xfrm>
          <a:prstGeom prst="rect">
            <a:avLst/>
          </a:prstGeom>
          <a:noFill/>
          <a:ln/>
        </p:spPr>
        <p:txBody>
          <a:bodyPr wrap="square" lIns="25400" tIns="25400" rIns="25400" bIns="25400" rtlCol="0" anchor="t">
            <a:normAutofit lnSpcReduction="10000"/>
          </a:bodyPr>
          <a:lstStyle/>
          <a:p>
            <a:pPr marL="0" indent="0" algn="l">
              <a:buNone/>
            </a:pPr>
            <a:r>
              <a:rPr lang="en-US" sz="3150" b="1" dirty="0">
                <a:solidFill>
                  <a:srgbClr val="A8DCF0"/>
                </a:solidFill>
                <a:latin typeface="Arial" pitchFamily="34" charset="0"/>
                <a:ea typeface="Arial" pitchFamily="34" charset="-122"/>
                <a:cs typeface="Arial" pitchFamily="34" charset="-120"/>
              </a:rPr>
              <a:t>01</a:t>
            </a:r>
            <a:endParaRPr lang="en-US" sz="3150" dirty="0"/>
          </a:p>
        </p:txBody>
      </p:sp>
      <p:sp>
        <p:nvSpPr>
          <p:cNvPr id="8" name="Shape 6"/>
          <p:cNvSpPr/>
          <p:nvPr/>
        </p:nvSpPr>
        <p:spPr>
          <a:xfrm>
            <a:off x="2400300" y="3048000"/>
            <a:ext cx="19050" cy="361950"/>
          </a:xfrm>
          <a:prstGeom prst="rect">
            <a:avLst/>
          </a:prstGeom>
          <a:solidFill>
            <a:srgbClr val="CDD8E3"/>
          </a:solidFill>
          <a:ln/>
        </p:spPr>
        <p:txBody>
          <a:bodyPr/>
          <a:lstStyle/>
          <a:p>
            <a:endParaRPr lang="ja-JP" altLang="en-US"/>
          </a:p>
        </p:txBody>
      </p:sp>
      <p:sp>
        <p:nvSpPr>
          <p:cNvPr id="9" name="Text 7"/>
          <p:cNvSpPr/>
          <p:nvPr/>
        </p:nvSpPr>
        <p:spPr>
          <a:xfrm>
            <a:off x="2705100" y="2994025"/>
            <a:ext cx="3562350" cy="508000"/>
          </a:xfrm>
          <a:prstGeom prst="rect">
            <a:avLst/>
          </a:prstGeom>
          <a:noFill/>
          <a:ln/>
        </p:spPr>
        <p:txBody>
          <a:bodyPr wrap="square" lIns="25400" tIns="25400" rIns="25400" bIns="25400" rtlCol="0" anchor="t">
            <a:normAutofit/>
          </a:bodyPr>
          <a:lstStyle/>
          <a:p>
            <a:pPr marL="0" indent="0" algn="l">
              <a:buNone/>
            </a:pPr>
            <a:r>
              <a:rPr lang="en-US" sz="2550" b="1" dirty="0">
                <a:solidFill>
                  <a:srgbClr val="1A1A1A"/>
                </a:solidFill>
                <a:latin typeface="Arial" pitchFamily="34" charset="0"/>
                <a:ea typeface="Arial" pitchFamily="34" charset="-122"/>
                <a:cs typeface="Arial" pitchFamily="34" charset="-120"/>
              </a:rPr>
              <a:t>はじめに（研究背景）</a:t>
            </a:r>
            <a:endParaRPr lang="en-US" sz="2550" dirty="0"/>
          </a:p>
        </p:txBody>
      </p:sp>
      <p:sp>
        <p:nvSpPr>
          <p:cNvPr id="10" name="Shape 8"/>
          <p:cNvSpPr/>
          <p:nvPr/>
        </p:nvSpPr>
        <p:spPr>
          <a:xfrm>
            <a:off x="6305550" y="3273425"/>
            <a:ext cx="9663311" cy="19050"/>
          </a:xfrm>
          <a:prstGeom prst="rect">
            <a:avLst/>
          </a:prstGeom>
          <a:solidFill>
            <a:srgbClr val="CDD8E3"/>
          </a:solidFill>
          <a:ln/>
        </p:spPr>
        <p:txBody>
          <a:bodyPr/>
          <a:lstStyle/>
          <a:p>
            <a:endParaRPr lang="ja-JP" altLang="en-US"/>
          </a:p>
        </p:txBody>
      </p:sp>
      <p:sp>
        <p:nvSpPr>
          <p:cNvPr id="11" name="Text 9"/>
          <p:cNvSpPr/>
          <p:nvPr/>
        </p:nvSpPr>
        <p:spPr>
          <a:xfrm>
            <a:off x="16330811" y="3057525"/>
            <a:ext cx="623689" cy="425450"/>
          </a:xfrm>
          <a:prstGeom prst="rect">
            <a:avLst/>
          </a:prstGeom>
          <a:noFill/>
          <a:ln/>
        </p:spPr>
        <p:txBody>
          <a:bodyPr wrap="square" lIns="25400" tIns="25400" rIns="25400" bIns="25400" rtlCol="0" anchor="t">
            <a:normAutofit/>
          </a:bodyPr>
          <a:lstStyle/>
          <a:p>
            <a:pPr marL="0" indent="0" algn="l">
              <a:buNone/>
            </a:pPr>
            <a:r>
              <a:rPr lang="en-US" sz="2100" dirty="0">
                <a:solidFill>
                  <a:srgbClr val="29ABE2"/>
                </a:solidFill>
                <a:latin typeface="Arial" pitchFamily="34" charset="0"/>
                <a:ea typeface="Arial" pitchFamily="34" charset="-122"/>
                <a:cs typeface="Arial" pitchFamily="34" charset="-120"/>
              </a:rPr>
              <a:t>p.03</a:t>
            </a:r>
            <a:endParaRPr lang="en-US" sz="2100" dirty="0"/>
          </a:p>
        </p:txBody>
      </p:sp>
      <p:sp>
        <p:nvSpPr>
          <p:cNvPr id="12" name="Shape 10"/>
          <p:cNvSpPr/>
          <p:nvPr/>
        </p:nvSpPr>
        <p:spPr>
          <a:xfrm>
            <a:off x="1333500" y="4387850"/>
            <a:ext cx="15621000" cy="9525"/>
          </a:xfrm>
          <a:prstGeom prst="rect">
            <a:avLst/>
          </a:prstGeom>
          <a:solidFill>
            <a:srgbClr val="E4EBF1"/>
          </a:solidFill>
          <a:ln/>
        </p:spPr>
        <p:txBody>
          <a:bodyPr/>
          <a:lstStyle/>
          <a:p>
            <a:endParaRPr lang="ja-JP" altLang="en-US"/>
          </a:p>
        </p:txBody>
      </p:sp>
      <p:sp>
        <p:nvSpPr>
          <p:cNvPr id="13" name="Text 11"/>
          <p:cNvSpPr/>
          <p:nvPr/>
        </p:nvSpPr>
        <p:spPr>
          <a:xfrm>
            <a:off x="1409700" y="3781425"/>
            <a:ext cx="781050" cy="495300"/>
          </a:xfrm>
          <a:prstGeom prst="rect">
            <a:avLst/>
          </a:prstGeom>
          <a:noFill/>
          <a:ln/>
        </p:spPr>
        <p:txBody>
          <a:bodyPr wrap="square" lIns="25400" tIns="25400" rIns="25400" bIns="25400" rtlCol="0" anchor="t">
            <a:normAutofit lnSpcReduction="10000"/>
          </a:bodyPr>
          <a:lstStyle/>
          <a:p>
            <a:pPr marL="0" indent="0" algn="l">
              <a:buNone/>
            </a:pPr>
            <a:r>
              <a:rPr lang="en-US" sz="3150" b="1" dirty="0">
                <a:solidFill>
                  <a:srgbClr val="A8DCF0"/>
                </a:solidFill>
                <a:latin typeface="Arial" pitchFamily="34" charset="0"/>
                <a:ea typeface="Arial" pitchFamily="34" charset="-122"/>
                <a:cs typeface="Arial" pitchFamily="34" charset="-120"/>
              </a:rPr>
              <a:t>02</a:t>
            </a:r>
            <a:endParaRPr lang="en-US" sz="3150" dirty="0"/>
          </a:p>
        </p:txBody>
      </p:sp>
      <p:sp>
        <p:nvSpPr>
          <p:cNvPr id="14" name="Shape 12"/>
          <p:cNvSpPr/>
          <p:nvPr/>
        </p:nvSpPr>
        <p:spPr>
          <a:xfrm>
            <a:off x="2400300" y="3829050"/>
            <a:ext cx="19050" cy="361950"/>
          </a:xfrm>
          <a:prstGeom prst="rect">
            <a:avLst/>
          </a:prstGeom>
          <a:solidFill>
            <a:srgbClr val="CDD8E3"/>
          </a:solidFill>
          <a:ln/>
        </p:spPr>
        <p:txBody>
          <a:bodyPr/>
          <a:lstStyle/>
          <a:p>
            <a:endParaRPr lang="ja-JP" altLang="en-US"/>
          </a:p>
        </p:txBody>
      </p:sp>
      <p:sp>
        <p:nvSpPr>
          <p:cNvPr id="15" name="Text 13"/>
          <p:cNvSpPr/>
          <p:nvPr/>
        </p:nvSpPr>
        <p:spPr>
          <a:xfrm>
            <a:off x="2705100" y="3775075"/>
            <a:ext cx="4987290" cy="508000"/>
          </a:xfrm>
          <a:prstGeom prst="rect">
            <a:avLst/>
          </a:prstGeom>
          <a:noFill/>
          <a:ln/>
        </p:spPr>
        <p:txBody>
          <a:bodyPr wrap="square" lIns="25400" tIns="25400" rIns="25400" bIns="25400" rtlCol="0" anchor="t">
            <a:normAutofit/>
          </a:bodyPr>
          <a:lstStyle/>
          <a:p>
            <a:pPr marL="0" indent="0" algn="l">
              <a:buNone/>
            </a:pPr>
            <a:r>
              <a:rPr lang="en-US" sz="2550" b="1" dirty="0">
                <a:solidFill>
                  <a:srgbClr val="1A1A1A"/>
                </a:solidFill>
                <a:latin typeface="Arial" pitchFamily="34" charset="0"/>
                <a:ea typeface="Arial" pitchFamily="34" charset="-122"/>
                <a:cs typeface="Arial" pitchFamily="34" charset="-120"/>
              </a:rPr>
              <a:t>研究計画（対象事例と着眼点）</a:t>
            </a:r>
            <a:endParaRPr lang="en-US" sz="2550" dirty="0"/>
          </a:p>
        </p:txBody>
      </p:sp>
      <p:sp>
        <p:nvSpPr>
          <p:cNvPr id="16" name="Shape 14"/>
          <p:cNvSpPr/>
          <p:nvPr/>
        </p:nvSpPr>
        <p:spPr>
          <a:xfrm>
            <a:off x="7600950" y="4054475"/>
            <a:ext cx="8367911" cy="19050"/>
          </a:xfrm>
          <a:prstGeom prst="rect">
            <a:avLst/>
          </a:prstGeom>
          <a:solidFill>
            <a:srgbClr val="CDD8E3"/>
          </a:solidFill>
          <a:ln/>
        </p:spPr>
        <p:txBody>
          <a:bodyPr/>
          <a:lstStyle/>
          <a:p>
            <a:endParaRPr lang="ja-JP" altLang="en-US"/>
          </a:p>
        </p:txBody>
      </p:sp>
      <p:sp>
        <p:nvSpPr>
          <p:cNvPr id="17" name="Text 15"/>
          <p:cNvSpPr/>
          <p:nvPr/>
        </p:nvSpPr>
        <p:spPr>
          <a:xfrm>
            <a:off x="16330811" y="3838575"/>
            <a:ext cx="623689" cy="425450"/>
          </a:xfrm>
          <a:prstGeom prst="rect">
            <a:avLst/>
          </a:prstGeom>
          <a:noFill/>
          <a:ln/>
        </p:spPr>
        <p:txBody>
          <a:bodyPr wrap="square" lIns="25400" tIns="25400" rIns="25400" bIns="25400" rtlCol="0" anchor="t">
            <a:normAutofit/>
          </a:bodyPr>
          <a:lstStyle/>
          <a:p>
            <a:pPr marL="0" indent="0" algn="l">
              <a:buNone/>
            </a:pPr>
            <a:r>
              <a:rPr lang="en-US" sz="2100" dirty="0">
                <a:solidFill>
                  <a:srgbClr val="29ABE2"/>
                </a:solidFill>
                <a:latin typeface="Arial" pitchFamily="34" charset="0"/>
                <a:ea typeface="Arial" pitchFamily="34" charset="-122"/>
                <a:cs typeface="Arial" pitchFamily="34" charset="-120"/>
              </a:rPr>
              <a:t>p.04</a:t>
            </a:r>
            <a:endParaRPr lang="en-US" sz="2100" dirty="0"/>
          </a:p>
        </p:txBody>
      </p:sp>
      <p:sp>
        <p:nvSpPr>
          <p:cNvPr id="18" name="Shape 16"/>
          <p:cNvSpPr/>
          <p:nvPr/>
        </p:nvSpPr>
        <p:spPr>
          <a:xfrm>
            <a:off x="1333500" y="5168900"/>
            <a:ext cx="15621000" cy="9525"/>
          </a:xfrm>
          <a:prstGeom prst="rect">
            <a:avLst/>
          </a:prstGeom>
          <a:solidFill>
            <a:srgbClr val="E4EBF1"/>
          </a:solidFill>
          <a:ln/>
        </p:spPr>
        <p:txBody>
          <a:bodyPr/>
          <a:lstStyle/>
          <a:p>
            <a:endParaRPr lang="ja-JP" altLang="en-US"/>
          </a:p>
        </p:txBody>
      </p:sp>
      <p:sp>
        <p:nvSpPr>
          <p:cNvPr id="19" name="Text 17"/>
          <p:cNvSpPr/>
          <p:nvPr/>
        </p:nvSpPr>
        <p:spPr>
          <a:xfrm>
            <a:off x="1409700" y="4562475"/>
            <a:ext cx="781050" cy="495300"/>
          </a:xfrm>
          <a:prstGeom prst="rect">
            <a:avLst/>
          </a:prstGeom>
          <a:noFill/>
          <a:ln/>
        </p:spPr>
        <p:txBody>
          <a:bodyPr wrap="square" lIns="25400" tIns="25400" rIns="25400" bIns="25400" rtlCol="0" anchor="t">
            <a:normAutofit lnSpcReduction="10000"/>
          </a:bodyPr>
          <a:lstStyle/>
          <a:p>
            <a:pPr marL="0" indent="0" algn="l">
              <a:buNone/>
            </a:pPr>
            <a:r>
              <a:rPr lang="en-US" sz="3150" b="1" dirty="0">
                <a:solidFill>
                  <a:srgbClr val="A8DCF0"/>
                </a:solidFill>
                <a:latin typeface="Arial" pitchFamily="34" charset="0"/>
                <a:ea typeface="Arial" pitchFamily="34" charset="-122"/>
                <a:cs typeface="Arial" pitchFamily="34" charset="-120"/>
              </a:rPr>
              <a:t>03</a:t>
            </a:r>
            <a:endParaRPr lang="en-US" sz="3150" dirty="0"/>
          </a:p>
        </p:txBody>
      </p:sp>
      <p:sp>
        <p:nvSpPr>
          <p:cNvPr id="20" name="Shape 18"/>
          <p:cNvSpPr/>
          <p:nvPr/>
        </p:nvSpPr>
        <p:spPr>
          <a:xfrm>
            <a:off x="2400300" y="4610100"/>
            <a:ext cx="19050" cy="361950"/>
          </a:xfrm>
          <a:prstGeom prst="rect">
            <a:avLst/>
          </a:prstGeom>
          <a:solidFill>
            <a:srgbClr val="CDD8E3"/>
          </a:solidFill>
          <a:ln/>
        </p:spPr>
        <p:txBody>
          <a:bodyPr/>
          <a:lstStyle/>
          <a:p>
            <a:endParaRPr lang="ja-JP" altLang="en-US"/>
          </a:p>
        </p:txBody>
      </p:sp>
      <p:sp>
        <p:nvSpPr>
          <p:cNvPr id="21" name="Text 19"/>
          <p:cNvSpPr/>
          <p:nvPr/>
        </p:nvSpPr>
        <p:spPr>
          <a:xfrm>
            <a:off x="2705100" y="4556125"/>
            <a:ext cx="4116785" cy="508000"/>
          </a:xfrm>
          <a:prstGeom prst="rect">
            <a:avLst/>
          </a:prstGeom>
          <a:noFill/>
          <a:ln/>
        </p:spPr>
        <p:txBody>
          <a:bodyPr wrap="square" lIns="25400" tIns="25400" rIns="25400" bIns="25400" rtlCol="0" anchor="t">
            <a:normAutofit/>
          </a:bodyPr>
          <a:lstStyle/>
          <a:p>
            <a:pPr marL="0" indent="0" algn="l">
              <a:buNone/>
            </a:pPr>
            <a:r>
              <a:rPr lang="en-US" sz="2550" b="1" dirty="0">
                <a:solidFill>
                  <a:srgbClr val="1A1A1A"/>
                </a:solidFill>
                <a:latin typeface="Arial" pitchFamily="34" charset="0"/>
                <a:ea typeface="Arial" pitchFamily="34" charset="-122"/>
                <a:cs typeface="Arial" pitchFamily="34" charset="-120"/>
              </a:rPr>
              <a:t>研究全体の流れ（3段階）</a:t>
            </a:r>
            <a:endParaRPr lang="en-US" sz="2550" dirty="0"/>
          </a:p>
        </p:txBody>
      </p:sp>
      <p:sp>
        <p:nvSpPr>
          <p:cNvPr id="22" name="Shape 20"/>
          <p:cNvSpPr/>
          <p:nvPr/>
        </p:nvSpPr>
        <p:spPr>
          <a:xfrm>
            <a:off x="6809581" y="4835525"/>
            <a:ext cx="9159280" cy="19050"/>
          </a:xfrm>
          <a:prstGeom prst="rect">
            <a:avLst/>
          </a:prstGeom>
          <a:solidFill>
            <a:srgbClr val="CDD8E3"/>
          </a:solidFill>
          <a:ln/>
        </p:spPr>
        <p:txBody>
          <a:bodyPr/>
          <a:lstStyle/>
          <a:p>
            <a:endParaRPr lang="ja-JP" altLang="en-US"/>
          </a:p>
        </p:txBody>
      </p:sp>
      <p:sp>
        <p:nvSpPr>
          <p:cNvPr id="23" name="Text 21"/>
          <p:cNvSpPr/>
          <p:nvPr/>
        </p:nvSpPr>
        <p:spPr>
          <a:xfrm>
            <a:off x="16330811" y="4619625"/>
            <a:ext cx="623689" cy="425450"/>
          </a:xfrm>
          <a:prstGeom prst="rect">
            <a:avLst/>
          </a:prstGeom>
          <a:noFill/>
          <a:ln/>
        </p:spPr>
        <p:txBody>
          <a:bodyPr wrap="square" lIns="25400" tIns="25400" rIns="25400" bIns="25400" rtlCol="0" anchor="t">
            <a:normAutofit/>
          </a:bodyPr>
          <a:lstStyle/>
          <a:p>
            <a:pPr marL="0" indent="0" algn="l">
              <a:buNone/>
            </a:pPr>
            <a:r>
              <a:rPr lang="en-US" sz="2100" dirty="0">
                <a:solidFill>
                  <a:srgbClr val="29ABE2"/>
                </a:solidFill>
                <a:latin typeface="Arial" pitchFamily="34" charset="0"/>
                <a:ea typeface="Arial" pitchFamily="34" charset="-122"/>
                <a:cs typeface="Arial" pitchFamily="34" charset="-120"/>
              </a:rPr>
              <a:t>p.05</a:t>
            </a:r>
            <a:endParaRPr lang="en-US" sz="2100" dirty="0"/>
          </a:p>
        </p:txBody>
      </p:sp>
      <p:sp>
        <p:nvSpPr>
          <p:cNvPr id="24" name="Shape 22"/>
          <p:cNvSpPr/>
          <p:nvPr/>
        </p:nvSpPr>
        <p:spPr>
          <a:xfrm>
            <a:off x="1333500" y="5949950"/>
            <a:ext cx="15621000" cy="9525"/>
          </a:xfrm>
          <a:prstGeom prst="rect">
            <a:avLst/>
          </a:prstGeom>
          <a:solidFill>
            <a:srgbClr val="E4EBF1"/>
          </a:solidFill>
          <a:ln/>
        </p:spPr>
        <p:txBody>
          <a:bodyPr/>
          <a:lstStyle/>
          <a:p>
            <a:endParaRPr lang="ja-JP" altLang="en-US"/>
          </a:p>
        </p:txBody>
      </p:sp>
      <p:sp>
        <p:nvSpPr>
          <p:cNvPr id="25" name="Text 23"/>
          <p:cNvSpPr/>
          <p:nvPr/>
        </p:nvSpPr>
        <p:spPr>
          <a:xfrm>
            <a:off x="1409700" y="5343525"/>
            <a:ext cx="781050" cy="495300"/>
          </a:xfrm>
          <a:prstGeom prst="rect">
            <a:avLst/>
          </a:prstGeom>
          <a:noFill/>
          <a:ln/>
        </p:spPr>
        <p:txBody>
          <a:bodyPr wrap="square" lIns="25400" tIns="25400" rIns="25400" bIns="25400" rtlCol="0" anchor="t">
            <a:normAutofit lnSpcReduction="10000"/>
          </a:bodyPr>
          <a:lstStyle/>
          <a:p>
            <a:pPr marL="0" indent="0" algn="l">
              <a:buNone/>
            </a:pPr>
            <a:r>
              <a:rPr lang="en-US" sz="3150" b="1" dirty="0">
                <a:solidFill>
                  <a:srgbClr val="A8DCF0"/>
                </a:solidFill>
                <a:latin typeface="Arial" pitchFamily="34" charset="0"/>
                <a:ea typeface="Arial" pitchFamily="34" charset="-122"/>
                <a:cs typeface="Arial" pitchFamily="34" charset="-120"/>
              </a:rPr>
              <a:t>04</a:t>
            </a:r>
            <a:endParaRPr lang="en-US" sz="3150" dirty="0"/>
          </a:p>
        </p:txBody>
      </p:sp>
      <p:sp>
        <p:nvSpPr>
          <p:cNvPr id="26" name="Shape 24"/>
          <p:cNvSpPr/>
          <p:nvPr/>
        </p:nvSpPr>
        <p:spPr>
          <a:xfrm>
            <a:off x="2400300" y="5391150"/>
            <a:ext cx="19050" cy="361950"/>
          </a:xfrm>
          <a:prstGeom prst="rect">
            <a:avLst/>
          </a:prstGeom>
          <a:solidFill>
            <a:srgbClr val="CDD8E3"/>
          </a:solidFill>
          <a:ln/>
        </p:spPr>
        <p:txBody>
          <a:bodyPr/>
          <a:lstStyle/>
          <a:p>
            <a:endParaRPr lang="ja-JP" altLang="en-US"/>
          </a:p>
        </p:txBody>
      </p:sp>
      <p:sp>
        <p:nvSpPr>
          <p:cNvPr id="27" name="Text 25"/>
          <p:cNvSpPr/>
          <p:nvPr/>
        </p:nvSpPr>
        <p:spPr>
          <a:xfrm>
            <a:off x="2705100" y="5337175"/>
            <a:ext cx="4987290" cy="508000"/>
          </a:xfrm>
          <a:prstGeom prst="rect">
            <a:avLst/>
          </a:prstGeom>
          <a:noFill/>
          <a:ln/>
        </p:spPr>
        <p:txBody>
          <a:bodyPr wrap="square" lIns="25400" tIns="25400" rIns="25400" bIns="25400" rtlCol="0" anchor="t">
            <a:normAutofit/>
          </a:bodyPr>
          <a:lstStyle/>
          <a:p>
            <a:pPr marL="0" indent="0" algn="l">
              <a:buNone/>
            </a:pPr>
            <a:r>
              <a:rPr lang="en-US" sz="2550" b="1" dirty="0">
                <a:solidFill>
                  <a:srgbClr val="1A1A1A"/>
                </a:solidFill>
                <a:latin typeface="Arial" pitchFamily="34" charset="0"/>
                <a:ea typeface="Arial" pitchFamily="34" charset="-122"/>
                <a:cs typeface="Arial" pitchFamily="34" charset="-120"/>
              </a:rPr>
              <a:t>主な使用データと組み合わせ方</a:t>
            </a:r>
            <a:endParaRPr lang="en-US" sz="2550" dirty="0"/>
          </a:p>
        </p:txBody>
      </p:sp>
      <p:sp>
        <p:nvSpPr>
          <p:cNvPr id="28" name="Shape 26"/>
          <p:cNvSpPr/>
          <p:nvPr/>
        </p:nvSpPr>
        <p:spPr>
          <a:xfrm>
            <a:off x="7600950" y="5616575"/>
            <a:ext cx="8367911" cy="19050"/>
          </a:xfrm>
          <a:prstGeom prst="rect">
            <a:avLst/>
          </a:prstGeom>
          <a:solidFill>
            <a:srgbClr val="CDD8E3"/>
          </a:solidFill>
          <a:ln/>
        </p:spPr>
        <p:txBody>
          <a:bodyPr/>
          <a:lstStyle/>
          <a:p>
            <a:endParaRPr lang="ja-JP" altLang="en-US"/>
          </a:p>
        </p:txBody>
      </p:sp>
      <p:sp>
        <p:nvSpPr>
          <p:cNvPr id="29" name="Text 27"/>
          <p:cNvSpPr/>
          <p:nvPr/>
        </p:nvSpPr>
        <p:spPr>
          <a:xfrm>
            <a:off x="16330811" y="5400675"/>
            <a:ext cx="623689" cy="425450"/>
          </a:xfrm>
          <a:prstGeom prst="rect">
            <a:avLst/>
          </a:prstGeom>
          <a:noFill/>
          <a:ln/>
        </p:spPr>
        <p:txBody>
          <a:bodyPr wrap="square" lIns="25400" tIns="25400" rIns="25400" bIns="25400" rtlCol="0" anchor="t">
            <a:normAutofit/>
          </a:bodyPr>
          <a:lstStyle/>
          <a:p>
            <a:pPr marL="0" indent="0" algn="l">
              <a:buNone/>
            </a:pPr>
            <a:r>
              <a:rPr lang="en-US" sz="2100" dirty="0">
                <a:solidFill>
                  <a:srgbClr val="29ABE2"/>
                </a:solidFill>
                <a:latin typeface="Arial" pitchFamily="34" charset="0"/>
                <a:ea typeface="Arial" pitchFamily="34" charset="-122"/>
                <a:cs typeface="Arial" pitchFamily="34" charset="-120"/>
              </a:rPr>
              <a:t>p.06</a:t>
            </a:r>
            <a:endParaRPr lang="en-US" sz="2100" dirty="0"/>
          </a:p>
        </p:txBody>
      </p:sp>
      <p:sp>
        <p:nvSpPr>
          <p:cNvPr id="30" name="Shape 28"/>
          <p:cNvSpPr/>
          <p:nvPr/>
        </p:nvSpPr>
        <p:spPr>
          <a:xfrm>
            <a:off x="1333500" y="6731000"/>
            <a:ext cx="15621000" cy="9525"/>
          </a:xfrm>
          <a:prstGeom prst="rect">
            <a:avLst/>
          </a:prstGeom>
          <a:solidFill>
            <a:srgbClr val="E4EBF1"/>
          </a:solidFill>
          <a:ln/>
        </p:spPr>
        <p:txBody>
          <a:bodyPr/>
          <a:lstStyle/>
          <a:p>
            <a:endParaRPr lang="ja-JP" altLang="en-US"/>
          </a:p>
        </p:txBody>
      </p:sp>
      <p:sp>
        <p:nvSpPr>
          <p:cNvPr id="31" name="Text 29"/>
          <p:cNvSpPr/>
          <p:nvPr/>
        </p:nvSpPr>
        <p:spPr>
          <a:xfrm>
            <a:off x="1409700" y="6124575"/>
            <a:ext cx="781050" cy="495300"/>
          </a:xfrm>
          <a:prstGeom prst="rect">
            <a:avLst/>
          </a:prstGeom>
          <a:noFill/>
          <a:ln/>
        </p:spPr>
        <p:txBody>
          <a:bodyPr wrap="square" lIns="25400" tIns="25400" rIns="25400" bIns="25400" rtlCol="0" anchor="t">
            <a:normAutofit lnSpcReduction="10000"/>
          </a:bodyPr>
          <a:lstStyle/>
          <a:p>
            <a:pPr marL="0" indent="0" algn="l">
              <a:buNone/>
            </a:pPr>
            <a:r>
              <a:rPr lang="en-US" sz="3150" b="1" dirty="0">
                <a:solidFill>
                  <a:srgbClr val="A8DCF0"/>
                </a:solidFill>
                <a:latin typeface="Arial" pitchFamily="34" charset="0"/>
                <a:ea typeface="Arial" pitchFamily="34" charset="-122"/>
                <a:cs typeface="Arial" pitchFamily="34" charset="-120"/>
              </a:rPr>
              <a:t>05</a:t>
            </a:r>
            <a:endParaRPr lang="en-US" sz="3150" dirty="0"/>
          </a:p>
        </p:txBody>
      </p:sp>
      <p:sp>
        <p:nvSpPr>
          <p:cNvPr id="32" name="Shape 30"/>
          <p:cNvSpPr/>
          <p:nvPr/>
        </p:nvSpPr>
        <p:spPr>
          <a:xfrm>
            <a:off x="2400300" y="6172200"/>
            <a:ext cx="19050" cy="361950"/>
          </a:xfrm>
          <a:prstGeom prst="rect">
            <a:avLst/>
          </a:prstGeom>
          <a:solidFill>
            <a:srgbClr val="CDD8E3"/>
          </a:solidFill>
          <a:ln/>
        </p:spPr>
        <p:txBody>
          <a:bodyPr/>
          <a:lstStyle/>
          <a:p>
            <a:endParaRPr lang="ja-JP" altLang="en-US"/>
          </a:p>
        </p:txBody>
      </p:sp>
      <p:sp>
        <p:nvSpPr>
          <p:cNvPr id="33" name="Text 31"/>
          <p:cNvSpPr/>
          <p:nvPr/>
        </p:nvSpPr>
        <p:spPr>
          <a:xfrm>
            <a:off x="2705100" y="6118225"/>
            <a:ext cx="3562350" cy="508000"/>
          </a:xfrm>
          <a:prstGeom prst="rect">
            <a:avLst/>
          </a:prstGeom>
          <a:noFill/>
          <a:ln/>
        </p:spPr>
        <p:txBody>
          <a:bodyPr wrap="square" lIns="25400" tIns="25400" rIns="25400" bIns="25400" rtlCol="0" anchor="t">
            <a:normAutofit/>
          </a:bodyPr>
          <a:lstStyle/>
          <a:p>
            <a:pPr marL="0" indent="0" algn="l">
              <a:buNone/>
            </a:pPr>
            <a:r>
              <a:rPr lang="en-US" sz="2550" b="1" dirty="0">
                <a:solidFill>
                  <a:srgbClr val="1A1A1A"/>
                </a:solidFill>
                <a:latin typeface="Arial" pitchFamily="34" charset="0"/>
                <a:ea typeface="Arial" pitchFamily="34" charset="-122"/>
                <a:cs typeface="Arial" pitchFamily="34" charset="-120"/>
              </a:rPr>
              <a:t>避難困難者の静的推計</a:t>
            </a:r>
            <a:endParaRPr lang="en-US" sz="2550" dirty="0"/>
          </a:p>
        </p:txBody>
      </p:sp>
      <p:sp>
        <p:nvSpPr>
          <p:cNvPr id="34" name="Shape 32"/>
          <p:cNvSpPr/>
          <p:nvPr/>
        </p:nvSpPr>
        <p:spPr>
          <a:xfrm>
            <a:off x="6305550" y="6397625"/>
            <a:ext cx="9663311" cy="19050"/>
          </a:xfrm>
          <a:prstGeom prst="rect">
            <a:avLst/>
          </a:prstGeom>
          <a:solidFill>
            <a:srgbClr val="CDD8E3"/>
          </a:solidFill>
          <a:ln/>
        </p:spPr>
        <p:txBody>
          <a:bodyPr/>
          <a:lstStyle/>
          <a:p>
            <a:endParaRPr lang="ja-JP" altLang="en-US"/>
          </a:p>
        </p:txBody>
      </p:sp>
      <p:sp>
        <p:nvSpPr>
          <p:cNvPr id="35" name="Text 33"/>
          <p:cNvSpPr/>
          <p:nvPr/>
        </p:nvSpPr>
        <p:spPr>
          <a:xfrm>
            <a:off x="16330811" y="6181725"/>
            <a:ext cx="623689" cy="425450"/>
          </a:xfrm>
          <a:prstGeom prst="rect">
            <a:avLst/>
          </a:prstGeom>
          <a:noFill/>
          <a:ln/>
        </p:spPr>
        <p:txBody>
          <a:bodyPr wrap="square" lIns="25400" tIns="25400" rIns="25400" bIns="25400" rtlCol="0" anchor="t">
            <a:normAutofit/>
          </a:bodyPr>
          <a:lstStyle/>
          <a:p>
            <a:pPr marL="0" indent="0" algn="l">
              <a:buNone/>
            </a:pPr>
            <a:r>
              <a:rPr lang="en-US" sz="2100" dirty="0">
                <a:solidFill>
                  <a:srgbClr val="29ABE2"/>
                </a:solidFill>
                <a:latin typeface="Arial" pitchFamily="34" charset="0"/>
                <a:ea typeface="Arial" pitchFamily="34" charset="-122"/>
                <a:cs typeface="Arial" pitchFamily="34" charset="-120"/>
              </a:rPr>
              <a:t>p.07</a:t>
            </a:r>
            <a:endParaRPr lang="en-US" sz="2100" dirty="0"/>
          </a:p>
        </p:txBody>
      </p:sp>
      <p:sp>
        <p:nvSpPr>
          <p:cNvPr id="36" name="Shape 34"/>
          <p:cNvSpPr/>
          <p:nvPr/>
        </p:nvSpPr>
        <p:spPr>
          <a:xfrm>
            <a:off x="1333500" y="7512050"/>
            <a:ext cx="15621000" cy="9525"/>
          </a:xfrm>
          <a:prstGeom prst="rect">
            <a:avLst/>
          </a:prstGeom>
          <a:solidFill>
            <a:srgbClr val="E4EBF1"/>
          </a:solidFill>
          <a:ln/>
        </p:spPr>
        <p:txBody>
          <a:bodyPr/>
          <a:lstStyle/>
          <a:p>
            <a:endParaRPr lang="ja-JP" altLang="en-US"/>
          </a:p>
        </p:txBody>
      </p:sp>
      <p:sp>
        <p:nvSpPr>
          <p:cNvPr id="37" name="Text 35"/>
          <p:cNvSpPr/>
          <p:nvPr/>
        </p:nvSpPr>
        <p:spPr>
          <a:xfrm>
            <a:off x="1409700" y="6905625"/>
            <a:ext cx="781050" cy="495300"/>
          </a:xfrm>
          <a:prstGeom prst="rect">
            <a:avLst/>
          </a:prstGeom>
          <a:noFill/>
          <a:ln/>
        </p:spPr>
        <p:txBody>
          <a:bodyPr wrap="square" lIns="25400" tIns="25400" rIns="25400" bIns="25400" rtlCol="0" anchor="t">
            <a:normAutofit lnSpcReduction="10000"/>
          </a:bodyPr>
          <a:lstStyle/>
          <a:p>
            <a:pPr marL="0" indent="0" algn="l">
              <a:buNone/>
            </a:pPr>
            <a:r>
              <a:rPr lang="en-US" sz="3150" b="1" dirty="0">
                <a:solidFill>
                  <a:srgbClr val="A8DCF0"/>
                </a:solidFill>
                <a:latin typeface="Arial" pitchFamily="34" charset="0"/>
                <a:ea typeface="Arial" pitchFamily="34" charset="-122"/>
                <a:cs typeface="Arial" pitchFamily="34" charset="-120"/>
              </a:rPr>
              <a:t>06</a:t>
            </a:r>
            <a:endParaRPr lang="en-US" sz="3150" dirty="0"/>
          </a:p>
        </p:txBody>
      </p:sp>
      <p:sp>
        <p:nvSpPr>
          <p:cNvPr id="38" name="Shape 36"/>
          <p:cNvSpPr/>
          <p:nvPr/>
        </p:nvSpPr>
        <p:spPr>
          <a:xfrm>
            <a:off x="2400300" y="6953250"/>
            <a:ext cx="19050" cy="361950"/>
          </a:xfrm>
          <a:prstGeom prst="rect">
            <a:avLst/>
          </a:prstGeom>
          <a:solidFill>
            <a:srgbClr val="CDD8E3"/>
          </a:solidFill>
          <a:ln/>
        </p:spPr>
        <p:txBody>
          <a:bodyPr/>
          <a:lstStyle/>
          <a:p>
            <a:endParaRPr lang="ja-JP" altLang="en-US"/>
          </a:p>
        </p:txBody>
      </p:sp>
      <p:sp>
        <p:nvSpPr>
          <p:cNvPr id="39" name="Text 37"/>
          <p:cNvSpPr/>
          <p:nvPr/>
        </p:nvSpPr>
        <p:spPr>
          <a:xfrm>
            <a:off x="2705100" y="6899275"/>
            <a:ext cx="6412230" cy="508000"/>
          </a:xfrm>
          <a:prstGeom prst="rect">
            <a:avLst/>
          </a:prstGeom>
          <a:noFill/>
          <a:ln/>
        </p:spPr>
        <p:txBody>
          <a:bodyPr wrap="square" lIns="25400" tIns="25400" rIns="25400" bIns="25400" rtlCol="0" anchor="t">
            <a:normAutofit/>
          </a:bodyPr>
          <a:lstStyle/>
          <a:p>
            <a:pPr marL="0" indent="0" algn="l">
              <a:buNone/>
            </a:pPr>
            <a:r>
              <a:rPr lang="en-US" sz="2550" b="1" dirty="0">
                <a:solidFill>
                  <a:srgbClr val="1A1A1A"/>
                </a:solidFill>
                <a:latin typeface="Arial" pitchFamily="34" charset="0"/>
                <a:ea typeface="Arial" pitchFamily="34" charset="-122"/>
                <a:cs typeface="Arial" pitchFamily="34" charset="-120"/>
              </a:rPr>
              <a:t>静的推計からわかること／動的の必要性</a:t>
            </a:r>
            <a:endParaRPr lang="en-US" sz="2550" dirty="0"/>
          </a:p>
        </p:txBody>
      </p:sp>
      <p:sp>
        <p:nvSpPr>
          <p:cNvPr id="40" name="Shape 38"/>
          <p:cNvSpPr/>
          <p:nvPr/>
        </p:nvSpPr>
        <p:spPr>
          <a:xfrm>
            <a:off x="8896350" y="7178675"/>
            <a:ext cx="7072511" cy="19050"/>
          </a:xfrm>
          <a:prstGeom prst="rect">
            <a:avLst/>
          </a:prstGeom>
          <a:solidFill>
            <a:srgbClr val="CDD8E3"/>
          </a:solidFill>
          <a:ln/>
        </p:spPr>
        <p:txBody>
          <a:bodyPr/>
          <a:lstStyle/>
          <a:p>
            <a:endParaRPr lang="ja-JP" altLang="en-US"/>
          </a:p>
        </p:txBody>
      </p:sp>
      <p:sp>
        <p:nvSpPr>
          <p:cNvPr id="41" name="Text 39"/>
          <p:cNvSpPr/>
          <p:nvPr/>
        </p:nvSpPr>
        <p:spPr>
          <a:xfrm>
            <a:off x="16330811" y="6962775"/>
            <a:ext cx="623689" cy="425450"/>
          </a:xfrm>
          <a:prstGeom prst="rect">
            <a:avLst/>
          </a:prstGeom>
          <a:noFill/>
          <a:ln/>
        </p:spPr>
        <p:txBody>
          <a:bodyPr wrap="square" lIns="25400" tIns="25400" rIns="25400" bIns="25400" rtlCol="0" anchor="t">
            <a:normAutofit/>
          </a:bodyPr>
          <a:lstStyle/>
          <a:p>
            <a:pPr marL="0" indent="0" algn="l">
              <a:buNone/>
            </a:pPr>
            <a:r>
              <a:rPr lang="en-US" sz="2100" dirty="0">
                <a:solidFill>
                  <a:srgbClr val="29ABE2"/>
                </a:solidFill>
                <a:latin typeface="Arial" pitchFamily="34" charset="0"/>
                <a:ea typeface="Arial" pitchFamily="34" charset="-122"/>
                <a:cs typeface="Arial" pitchFamily="34" charset="-120"/>
              </a:rPr>
              <a:t>p.08</a:t>
            </a:r>
            <a:endParaRPr lang="en-US" sz="2100" dirty="0"/>
          </a:p>
        </p:txBody>
      </p:sp>
      <p:sp>
        <p:nvSpPr>
          <p:cNvPr id="42" name="Shape 40"/>
          <p:cNvSpPr/>
          <p:nvPr/>
        </p:nvSpPr>
        <p:spPr>
          <a:xfrm>
            <a:off x="1333500" y="8293100"/>
            <a:ext cx="15621000" cy="9525"/>
          </a:xfrm>
          <a:prstGeom prst="rect">
            <a:avLst/>
          </a:prstGeom>
          <a:solidFill>
            <a:srgbClr val="E4EBF1"/>
          </a:solidFill>
          <a:ln/>
        </p:spPr>
        <p:txBody>
          <a:bodyPr/>
          <a:lstStyle/>
          <a:p>
            <a:endParaRPr lang="ja-JP" altLang="en-US"/>
          </a:p>
        </p:txBody>
      </p:sp>
      <p:sp>
        <p:nvSpPr>
          <p:cNvPr id="43" name="Text 41"/>
          <p:cNvSpPr/>
          <p:nvPr/>
        </p:nvSpPr>
        <p:spPr>
          <a:xfrm>
            <a:off x="1409700" y="7686675"/>
            <a:ext cx="781050" cy="495300"/>
          </a:xfrm>
          <a:prstGeom prst="rect">
            <a:avLst/>
          </a:prstGeom>
          <a:noFill/>
          <a:ln/>
        </p:spPr>
        <p:txBody>
          <a:bodyPr wrap="square" lIns="25400" tIns="25400" rIns="25400" bIns="25400" rtlCol="0" anchor="t">
            <a:normAutofit lnSpcReduction="10000"/>
          </a:bodyPr>
          <a:lstStyle/>
          <a:p>
            <a:pPr marL="0" indent="0" algn="l">
              <a:buNone/>
            </a:pPr>
            <a:r>
              <a:rPr lang="en-US" sz="3150" b="1" dirty="0">
                <a:solidFill>
                  <a:srgbClr val="A8DCF0"/>
                </a:solidFill>
                <a:latin typeface="Arial" pitchFamily="34" charset="0"/>
                <a:ea typeface="Arial" pitchFamily="34" charset="-122"/>
                <a:cs typeface="Arial" pitchFamily="34" charset="-120"/>
              </a:rPr>
              <a:t>07</a:t>
            </a:r>
            <a:endParaRPr lang="en-US" sz="3150" dirty="0"/>
          </a:p>
        </p:txBody>
      </p:sp>
      <p:sp>
        <p:nvSpPr>
          <p:cNvPr id="44" name="Shape 42"/>
          <p:cNvSpPr/>
          <p:nvPr/>
        </p:nvSpPr>
        <p:spPr>
          <a:xfrm>
            <a:off x="2400300" y="7734300"/>
            <a:ext cx="19050" cy="361950"/>
          </a:xfrm>
          <a:prstGeom prst="rect">
            <a:avLst/>
          </a:prstGeom>
          <a:solidFill>
            <a:srgbClr val="CDD8E3"/>
          </a:solidFill>
          <a:ln/>
        </p:spPr>
        <p:txBody>
          <a:bodyPr/>
          <a:lstStyle/>
          <a:p>
            <a:endParaRPr lang="ja-JP" altLang="en-US"/>
          </a:p>
        </p:txBody>
      </p:sp>
      <p:sp>
        <p:nvSpPr>
          <p:cNvPr id="45" name="Text 43"/>
          <p:cNvSpPr/>
          <p:nvPr/>
        </p:nvSpPr>
        <p:spPr>
          <a:xfrm>
            <a:off x="2705100" y="7680325"/>
            <a:ext cx="3918585" cy="508000"/>
          </a:xfrm>
          <a:prstGeom prst="rect">
            <a:avLst/>
          </a:prstGeom>
          <a:noFill/>
          <a:ln/>
        </p:spPr>
        <p:txBody>
          <a:bodyPr wrap="square" lIns="25400" tIns="25400" rIns="25400" bIns="25400" rtlCol="0" anchor="t">
            <a:normAutofit/>
          </a:bodyPr>
          <a:lstStyle/>
          <a:p>
            <a:pPr marL="0" indent="0" algn="l">
              <a:buNone/>
            </a:pPr>
            <a:r>
              <a:rPr lang="en-US" sz="2550" b="1" dirty="0">
                <a:solidFill>
                  <a:srgbClr val="1A1A1A"/>
                </a:solidFill>
                <a:latin typeface="Arial" pitchFamily="34" charset="0"/>
                <a:ea typeface="Arial" pitchFamily="34" charset="-122"/>
                <a:cs typeface="Arial" pitchFamily="34" charset="-120"/>
              </a:rPr>
              <a:t>今後の予定（おわりに）</a:t>
            </a:r>
            <a:endParaRPr lang="en-US" sz="2550" dirty="0"/>
          </a:p>
        </p:txBody>
      </p:sp>
      <p:sp>
        <p:nvSpPr>
          <p:cNvPr id="46" name="Shape 44"/>
          <p:cNvSpPr/>
          <p:nvPr/>
        </p:nvSpPr>
        <p:spPr>
          <a:xfrm>
            <a:off x="6629400" y="7959725"/>
            <a:ext cx="9339461" cy="19050"/>
          </a:xfrm>
          <a:prstGeom prst="rect">
            <a:avLst/>
          </a:prstGeom>
          <a:solidFill>
            <a:srgbClr val="CDD8E3"/>
          </a:solidFill>
          <a:ln/>
        </p:spPr>
        <p:txBody>
          <a:bodyPr/>
          <a:lstStyle/>
          <a:p>
            <a:endParaRPr lang="ja-JP" altLang="en-US"/>
          </a:p>
        </p:txBody>
      </p:sp>
      <p:sp>
        <p:nvSpPr>
          <p:cNvPr id="47" name="Text 45"/>
          <p:cNvSpPr/>
          <p:nvPr/>
        </p:nvSpPr>
        <p:spPr>
          <a:xfrm>
            <a:off x="16330811" y="7743825"/>
            <a:ext cx="623689" cy="425450"/>
          </a:xfrm>
          <a:prstGeom prst="rect">
            <a:avLst/>
          </a:prstGeom>
          <a:noFill/>
          <a:ln/>
        </p:spPr>
        <p:txBody>
          <a:bodyPr wrap="square" lIns="25400" tIns="25400" rIns="25400" bIns="25400" rtlCol="0" anchor="t">
            <a:normAutofit/>
          </a:bodyPr>
          <a:lstStyle/>
          <a:p>
            <a:pPr marL="0" indent="0" algn="l">
              <a:buNone/>
            </a:pPr>
            <a:r>
              <a:rPr lang="en-US" sz="2100" dirty="0">
                <a:solidFill>
                  <a:srgbClr val="29ABE2"/>
                </a:solidFill>
                <a:latin typeface="Arial" pitchFamily="34" charset="0"/>
                <a:ea typeface="Arial" pitchFamily="34" charset="-122"/>
                <a:cs typeface="Arial" pitchFamily="34" charset="-120"/>
              </a:rPr>
              <a:t>p.09</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33500" y="-1714500"/>
            <a:ext cx="4953000" cy="4572000"/>
          </a:xfrm>
          <a:prstGeom prst="ellipse">
            <a:avLst/>
          </a:prstGeom>
          <a:gradFill rotWithShape="1">
            <a:gsLst>
              <a:gs pos="0">
                <a:srgbClr val="29ABE2">
                  <a:alpha val="16000"/>
                </a:srgbClr>
              </a:gs>
              <a:gs pos="100000">
                <a:srgbClr val="A8DCF0">
                  <a:alpha val="16000"/>
                </a:srgbClr>
              </a:gs>
            </a:gsLst>
            <a:lin ang="2700000" scaled="0"/>
          </a:gradFill>
          <a:ln/>
        </p:spPr>
        <p:txBody>
          <a:bodyPr/>
          <a:lstStyle/>
          <a:p>
            <a:endParaRPr lang="ja-JP" altLang="en-US"/>
          </a:p>
        </p:txBody>
      </p:sp>
      <p:sp>
        <p:nvSpPr>
          <p:cNvPr id="3" name="Shape 1"/>
          <p:cNvSpPr/>
          <p:nvPr/>
        </p:nvSpPr>
        <p:spPr>
          <a:xfrm>
            <a:off x="16002000" y="1905000"/>
            <a:ext cx="4191000" cy="5524500"/>
          </a:xfrm>
          <a:prstGeom prst="ellipse">
            <a:avLst/>
          </a:prstGeom>
          <a:gradFill rotWithShape="1">
            <a:gsLst>
              <a:gs pos="0">
                <a:srgbClr val="A8DCF0">
                  <a:alpha val="12000"/>
                </a:srgbClr>
              </a:gs>
              <a:gs pos="100000">
                <a:srgbClr val="29ABE2">
                  <a:alpha val="12000"/>
                </a:srgbClr>
              </a:gs>
            </a:gsLst>
            <a:lin ang="4200000" scaled="0"/>
          </a:gradFill>
          <a:ln/>
        </p:spPr>
        <p:txBody>
          <a:bodyPr/>
          <a:lstStyle/>
          <a:p>
            <a:endParaRPr lang="ja-JP" altLang="en-US"/>
          </a:p>
        </p:txBody>
      </p:sp>
      <p:sp>
        <p:nvSpPr>
          <p:cNvPr id="4" name="Text 2"/>
          <p:cNvSpPr/>
          <p:nvPr/>
        </p:nvSpPr>
        <p:spPr>
          <a:xfrm>
            <a:off x="342900" y="609600"/>
            <a:ext cx="17602200" cy="450850"/>
          </a:xfrm>
          <a:prstGeom prst="rect">
            <a:avLst/>
          </a:prstGeom>
          <a:noFill/>
          <a:ln/>
        </p:spPr>
        <p:txBody>
          <a:bodyPr wrap="square" lIns="25400" tIns="25400" rIns="25400" bIns="25400" rtlCol="0" anchor="t">
            <a:normAutofit/>
          </a:bodyPr>
          <a:lstStyle/>
          <a:p>
            <a:pPr marL="0" indent="0" algn="ctr">
              <a:buNone/>
            </a:pPr>
            <a:r>
              <a:rPr lang="en-US" sz="2250" b="1" kern="0" spc="90" dirty="0">
                <a:solidFill>
                  <a:srgbClr val="29ABE2"/>
                </a:solidFill>
                <a:latin typeface="Arial" pitchFamily="34" charset="0"/>
                <a:ea typeface="Arial" pitchFamily="34" charset="-122"/>
                <a:cs typeface="Arial" pitchFamily="34" charset="-120"/>
              </a:rPr>
              <a:t>···················· [ </a:t>
            </a:r>
            <a:r>
              <a:rPr lang="en-US" sz="2250" b="1" kern="0" spc="90" dirty="0">
                <a:solidFill>
                  <a:srgbClr val="111111"/>
                </a:solidFill>
                <a:latin typeface="Arial" pitchFamily="34" charset="0"/>
                <a:ea typeface="Arial" pitchFamily="34" charset="-122"/>
                <a:cs typeface="Arial" pitchFamily="34" charset="-120"/>
              </a:rPr>
              <a:t>はじめに（研究背景） </a:t>
            </a:r>
            <a:r>
              <a:rPr lang="en-US" sz="2250" b="1" kern="0" spc="90" dirty="0">
                <a:solidFill>
                  <a:srgbClr val="29ABE2"/>
                </a:solidFill>
                <a:latin typeface="Arial" pitchFamily="34" charset="0"/>
                <a:ea typeface="Arial" pitchFamily="34" charset="-122"/>
                <a:cs typeface="Arial" pitchFamily="34" charset="-120"/>
              </a:rPr>
              <a:t>] ····················</a:t>
            </a:r>
            <a:endParaRPr lang="en-US" sz="2250" dirty="0"/>
          </a:p>
        </p:txBody>
      </p:sp>
      <p:sp>
        <p:nvSpPr>
          <p:cNvPr id="5" name="Shape 3"/>
          <p:cNvSpPr/>
          <p:nvPr/>
        </p:nvSpPr>
        <p:spPr>
          <a:xfrm>
            <a:off x="1143000" y="1308100"/>
            <a:ext cx="16002000" cy="8216900"/>
          </a:xfrm>
          <a:prstGeom prst="roundRect">
            <a:avLst>
              <a:gd name="adj" fmla="val 696"/>
            </a:avLst>
          </a:prstGeom>
          <a:solidFill>
            <a:srgbClr val="FFFFFF"/>
          </a:solidFill>
          <a:ln w="12700">
            <a:solidFill>
              <a:srgbClr val="CDD8E3"/>
            </a:solidFill>
            <a:prstDash val="solid"/>
          </a:ln>
        </p:spPr>
        <p:txBody>
          <a:bodyPr/>
          <a:lstStyle/>
          <a:p>
            <a:endParaRPr lang="ja-JP" altLang="en-US"/>
          </a:p>
        </p:txBody>
      </p:sp>
      <p:sp>
        <p:nvSpPr>
          <p:cNvPr id="6" name="Shape 4"/>
          <p:cNvSpPr/>
          <p:nvPr/>
        </p:nvSpPr>
        <p:spPr>
          <a:xfrm>
            <a:off x="1765300" y="2335213"/>
            <a:ext cx="361950" cy="361950"/>
          </a:xfrm>
          <a:prstGeom prst="ellipse">
            <a:avLst/>
          </a:prstGeom>
          <a:solidFill>
            <a:srgbClr val="111111"/>
          </a:solidFill>
          <a:ln/>
        </p:spPr>
        <p:txBody>
          <a:bodyPr/>
          <a:lstStyle/>
          <a:p>
            <a:endParaRPr lang="ja-JP" altLang="en-US"/>
          </a:p>
        </p:txBody>
      </p:sp>
      <p:sp>
        <p:nvSpPr>
          <p:cNvPr id="7" name="Text 5"/>
          <p:cNvSpPr/>
          <p:nvPr/>
        </p:nvSpPr>
        <p:spPr>
          <a:xfrm>
            <a:off x="1727200" y="2335213"/>
            <a:ext cx="438150" cy="40005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8" name="Shape 6"/>
          <p:cNvSpPr/>
          <p:nvPr/>
        </p:nvSpPr>
        <p:spPr>
          <a:xfrm>
            <a:off x="2298700" y="2227263"/>
            <a:ext cx="57150" cy="577850"/>
          </a:xfrm>
          <a:prstGeom prst="rect">
            <a:avLst/>
          </a:prstGeom>
          <a:solidFill>
            <a:srgbClr val="29ABE2"/>
          </a:solidFill>
          <a:ln/>
        </p:spPr>
        <p:txBody>
          <a:bodyPr/>
          <a:lstStyle/>
          <a:p>
            <a:endParaRPr lang="ja-JP" altLang="en-US"/>
          </a:p>
        </p:txBody>
      </p:sp>
      <p:sp>
        <p:nvSpPr>
          <p:cNvPr id="9" name="Text 7"/>
          <p:cNvSpPr/>
          <p:nvPr/>
        </p:nvSpPr>
        <p:spPr>
          <a:xfrm>
            <a:off x="2527300" y="2227263"/>
            <a:ext cx="3983355" cy="615950"/>
          </a:xfrm>
          <a:prstGeom prst="rect">
            <a:avLst/>
          </a:prstGeom>
          <a:noFill/>
          <a:ln/>
        </p:spPr>
        <p:txBody>
          <a:bodyPr wrap="square" lIns="25400" tIns="25400" rIns="25400" bIns="25400" rtlCol="0" anchor="t">
            <a:normAutofit/>
          </a:bodyPr>
          <a:lstStyle/>
          <a:p>
            <a:pPr marL="0" indent="0" algn="l">
              <a:buNone/>
            </a:pPr>
            <a:r>
              <a:rPr lang="en-US" sz="3150" b="1" dirty="0">
                <a:solidFill>
                  <a:srgbClr val="1A1A1A"/>
                </a:solidFill>
                <a:latin typeface="Arial" pitchFamily="34" charset="0"/>
                <a:ea typeface="Arial" pitchFamily="34" charset="-122"/>
                <a:cs typeface="Arial" pitchFamily="34" charset="-120"/>
              </a:rPr>
              <a:t>デマンド交通の役割</a:t>
            </a:r>
            <a:endParaRPr lang="en-US" sz="3150" dirty="0"/>
          </a:p>
        </p:txBody>
      </p:sp>
      <p:sp>
        <p:nvSpPr>
          <p:cNvPr id="10" name="Text 8"/>
          <p:cNvSpPr/>
          <p:nvPr/>
        </p:nvSpPr>
        <p:spPr>
          <a:xfrm>
            <a:off x="2260600" y="2995613"/>
            <a:ext cx="14024610" cy="1738313"/>
          </a:xfrm>
          <a:prstGeom prst="rect">
            <a:avLst/>
          </a:prstGeom>
          <a:noFill/>
          <a:ln/>
        </p:spPr>
        <p:txBody>
          <a:bodyPr wrap="square" lIns="25400" tIns="25400" rIns="25400" bIns="25400" rtlCol="0" anchor="t">
            <a:normAutofit fontScale="92500" lnSpcReduction="20000"/>
          </a:bodyPr>
          <a:lstStyle/>
          <a:p>
            <a:pPr marL="0" indent="0" algn="l">
              <a:lnSpc>
                <a:spcPct val="175000"/>
              </a:lnSpc>
              <a:buNone/>
            </a:pPr>
            <a:r>
              <a:rPr lang="en-US" sz="2550" dirty="0">
                <a:solidFill>
                  <a:srgbClr val="1A1A1A"/>
                </a:solidFill>
                <a:latin typeface="Arial" pitchFamily="34" charset="0"/>
                <a:ea typeface="Arial" pitchFamily="34" charset="-122"/>
                <a:cs typeface="Arial" pitchFamily="34" charset="-120"/>
              </a:rPr>
              <a:t>デマンド交通は、自家用車を自由に運転できない高齢者などの移動手段として重要な役割を担い、住民の生活の質や社会参加を支えている。特に人口が少なく公共交通の維持が困難な地域で貴重な交通手段となっている。</a:t>
            </a:r>
            <a:endParaRPr lang="en-US" sz="2550" dirty="0"/>
          </a:p>
        </p:txBody>
      </p:sp>
      <p:sp>
        <p:nvSpPr>
          <p:cNvPr id="11" name="Shape 9"/>
          <p:cNvSpPr/>
          <p:nvPr/>
        </p:nvSpPr>
        <p:spPr>
          <a:xfrm>
            <a:off x="1765300" y="5411788"/>
            <a:ext cx="14757400" cy="9525"/>
          </a:xfrm>
          <a:prstGeom prst="rect">
            <a:avLst/>
          </a:prstGeom>
          <a:solidFill>
            <a:srgbClr val="E4EBF1"/>
          </a:solidFill>
          <a:ln/>
        </p:spPr>
        <p:txBody>
          <a:bodyPr/>
          <a:lstStyle/>
          <a:p>
            <a:endParaRPr lang="ja-JP" altLang="en-US"/>
          </a:p>
        </p:txBody>
      </p:sp>
      <p:sp>
        <p:nvSpPr>
          <p:cNvPr id="12" name="Shape 10"/>
          <p:cNvSpPr/>
          <p:nvPr/>
        </p:nvSpPr>
        <p:spPr>
          <a:xfrm>
            <a:off x="1765300" y="5888335"/>
            <a:ext cx="361950" cy="361950"/>
          </a:xfrm>
          <a:prstGeom prst="ellipse">
            <a:avLst/>
          </a:prstGeom>
          <a:solidFill>
            <a:srgbClr val="111111"/>
          </a:solidFill>
          <a:ln/>
        </p:spPr>
        <p:txBody>
          <a:bodyPr/>
          <a:lstStyle/>
          <a:p>
            <a:endParaRPr lang="ja-JP" altLang="en-US"/>
          </a:p>
        </p:txBody>
      </p:sp>
      <p:sp>
        <p:nvSpPr>
          <p:cNvPr id="13" name="Text 11"/>
          <p:cNvSpPr/>
          <p:nvPr/>
        </p:nvSpPr>
        <p:spPr>
          <a:xfrm>
            <a:off x="1727200" y="5888335"/>
            <a:ext cx="438150" cy="40005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4" name="Shape 12"/>
          <p:cNvSpPr/>
          <p:nvPr/>
        </p:nvSpPr>
        <p:spPr>
          <a:xfrm>
            <a:off x="2298700" y="5780386"/>
            <a:ext cx="57150" cy="577850"/>
          </a:xfrm>
          <a:prstGeom prst="rect">
            <a:avLst/>
          </a:prstGeom>
          <a:solidFill>
            <a:srgbClr val="29ABE2"/>
          </a:solidFill>
          <a:ln/>
        </p:spPr>
        <p:txBody>
          <a:bodyPr/>
          <a:lstStyle/>
          <a:p>
            <a:endParaRPr lang="ja-JP" altLang="en-US"/>
          </a:p>
        </p:txBody>
      </p:sp>
      <p:sp>
        <p:nvSpPr>
          <p:cNvPr id="15" name="Text 13"/>
          <p:cNvSpPr/>
          <p:nvPr/>
        </p:nvSpPr>
        <p:spPr>
          <a:xfrm>
            <a:off x="2527300" y="5780386"/>
            <a:ext cx="8628489" cy="615950"/>
          </a:xfrm>
          <a:prstGeom prst="rect">
            <a:avLst/>
          </a:prstGeom>
          <a:noFill/>
          <a:ln/>
        </p:spPr>
        <p:txBody>
          <a:bodyPr wrap="square" lIns="25400" tIns="25400" rIns="25400" bIns="25400" rtlCol="0" anchor="t">
            <a:normAutofit/>
          </a:bodyPr>
          <a:lstStyle/>
          <a:p>
            <a:pPr marL="0" indent="0" algn="l">
              <a:buNone/>
            </a:pPr>
            <a:r>
              <a:rPr lang="en-US" sz="3150" b="1" dirty="0">
                <a:solidFill>
                  <a:srgbClr val="1A1A1A"/>
                </a:solidFill>
                <a:latin typeface="Arial" pitchFamily="34" charset="0"/>
                <a:ea typeface="Arial" pitchFamily="34" charset="-122"/>
                <a:cs typeface="Arial" pitchFamily="34" charset="-120"/>
              </a:rPr>
              <a:t>研究の着想 ― 二つの価値（平時＋災害時）</a:t>
            </a:r>
            <a:endParaRPr lang="en-US" sz="3150" dirty="0"/>
          </a:p>
        </p:txBody>
      </p:sp>
      <p:sp>
        <p:nvSpPr>
          <p:cNvPr id="16" name="Text 14"/>
          <p:cNvSpPr/>
          <p:nvPr/>
        </p:nvSpPr>
        <p:spPr>
          <a:xfrm>
            <a:off x="2260600" y="6529685"/>
            <a:ext cx="14024610" cy="864791"/>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2100" dirty="0">
                <a:solidFill>
                  <a:srgbClr val="1A1A1A"/>
                </a:solidFill>
                <a:latin typeface="Arial" pitchFamily="34" charset="0"/>
                <a:ea typeface="Arial" pitchFamily="34" charset="-122"/>
                <a:cs typeface="Arial" pitchFamily="34" charset="-120"/>
              </a:rPr>
              <a:t>運行費用の面から継続が課題となるケースが多く、平時の移動支援に加えた新たな価値を見出すことが継続の糸口となりうる。本研究では、その付加価値の一案として「災害時の避難支援」への活用に着目する。</a:t>
            </a:r>
            <a:endParaRPr lang="en-US" sz="2100" dirty="0"/>
          </a:p>
        </p:txBody>
      </p:sp>
      <p:sp>
        <p:nvSpPr>
          <p:cNvPr id="17" name="Shape 15"/>
          <p:cNvSpPr/>
          <p:nvPr/>
        </p:nvSpPr>
        <p:spPr>
          <a:xfrm>
            <a:off x="2260600" y="7546876"/>
            <a:ext cx="4626967" cy="1415852"/>
          </a:xfrm>
          <a:prstGeom prst="roundRect">
            <a:avLst>
              <a:gd name="adj" fmla="val 4036"/>
            </a:avLst>
          </a:prstGeom>
          <a:ln w="12700">
            <a:solidFill>
              <a:srgbClr val="CDD8E3"/>
            </a:solidFill>
            <a:prstDash val="solid"/>
          </a:ln>
        </p:spPr>
        <p:txBody>
          <a:bodyPr/>
          <a:lstStyle/>
          <a:p>
            <a:endParaRPr lang="ja-JP" altLang="en-US"/>
          </a:p>
        </p:txBody>
      </p:sp>
      <p:sp>
        <p:nvSpPr>
          <p:cNvPr id="18" name="Text 16"/>
          <p:cNvSpPr/>
          <p:nvPr/>
        </p:nvSpPr>
        <p:spPr>
          <a:xfrm>
            <a:off x="2482850" y="7731026"/>
            <a:ext cx="394097" cy="3683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29ABE2"/>
                </a:solidFill>
                <a:latin typeface="Arial" pitchFamily="34" charset="0"/>
                <a:ea typeface="Arial" pitchFamily="34" charset="-122"/>
                <a:cs typeface="Arial" pitchFamily="34" charset="-120"/>
              </a:rPr>
              <a:t>01</a:t>
            </a:r>
            <a:endParaRPr lang="en-US" sz="2250" dirty="0"/>
          </a:p>
        </p:txBody>
      </p:sp>
      <p:sp>
        <p:nvSpPr>
          <p:cNvPr id="19" name="Text 17"/>
          <p:cNvSpPr/>
          <p:nvPr/>
        </p:nvSpPr>
        <p:spPr>
          <a:xfrm>
            <a:off x="2934097" y="7731026"/>
            <a:ext cx="3520440" cy="36949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dirty="0">
                <a:solidFill>
                  <a:srgbClr val="1A1A1A"/>
                </a:solidFill>
                <a:latin typeface="Arial" pitchFamily="34" charset="0"/>
                <a:ea typeface="Arial" pitchFamily="34" charset="-122"/>
                <a:cs typeface="Arial" pitchFamily="34" charset="-120"/>
              </a:rPr>
              <a:t>運行費用の面から継続性が課題</a:t>
            </a:r>
            <a:endParaRPr lang="en-US" sz="1800" dirty="0"/>
          </a:p>
        </p:txBody>
      </p:sp>
      <p:sp>
        <p:nvSpPr>
          <p:cNvPr id="20" name="Shape 18"/>
          <p:cNvSpPr/>
          <p:nvPr/>
        </p:nvSpPr>
        <p:spPr>
          <a:xfrm>
            <a:off x="7078067" y="7546876"/>
            <a:ext cx="4627066" cy="1415852"/>
          </a:xfrm>
          <a:prstGeom prst="roundRect">
            <a:avLst>
              <a:gd name="adj" fmla="val 4036"/>
            </a:avLst>
          </a:prstGeom>
          <a:ln w="12700">
            <a:solidFill>
              <a:srgbClr val="CDD8E3"/>
            </a:solidFill>
            <a:prstDash val="solid"/>
          </a:ln>
        </p:spPr>
        <p:txBody>
          <a:bodyPr/>
          <a:lstStyle/>
          <a:p>
            <a:endParaRPr lang="ja-JP" altLang="en-US"/>
          </a:p>
        </p:txBody>
      </p:sp>
      <p:sp>
        <p:nvSpPr>
          <p:cNvPr id="21" name="Text 19"/>
          <p:cNvSpPr/>
          <p:nvPr/>
        </p:nvSpPr>
        <p:spPr>
          <a:xfrm>
            <a:off x="7300317" y="7731026"/>
            <a:ext cx="394097" cy="3683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29ABE2"/>
                </a:solidFill>
                <a:latin typeface="Arial" pitchFamily="34" charset="0"/>
                <a:ea typeface="Arial" pitchFamily="34" charset="-122"/>
                <a:cs typeface="Arial" pitchFamily="34" charset="-120"/>
              </a:rPr>
              <a:t>02</a:t>
            </a:r>
            <a:endParaRPr lang="en-US" sz="2250" dirty="0"/>
          </a:p>
        </p:txBody>
      </p:sp>
      <p:sp>
        <p:nvSpPr>
          <p:cNvPr id="22" name="Text 20"/>
          <p:cNvSpPr/>
          <p:nvPr/>
        </p:nvSpPr>
        <p:spPr>
          <a:xfrm>
            <a:off x="7751564" y="7731026"/>
            <a:ext cx="3843259" cy="70088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1A1A1A"/>
                </a:solidFill>
                <a:latin typeface="Arial" pitchFamily="34" charset="0"/>
                <a:ea typeface="Arial" pitchFamily="34" charset="-122"/>
                <a:cs typeface="Arial" pitchFamily="34" charset="-120"/>
              </a:rPr>
              <a:t>平時の移動支援に加え、平時以外の付加価値が必要</a:t>
            </a:r>
            <a:endParaRPr lang="en-US" sz="1800" dirty="0"/>
          </a:p>
        </p:txBody>
      </p:sp>
      <p:sp>
        <p:nvSpPr>
          <p:cNvPr id="23" name="Shape 21"/>
          <p:cNvSpPr/>
          <p:nvPr/>
        </p:nvSpPr>
        <p:spPr>
          <a:xfrm>
            <a:off x="11895634" y="7546876"/>
            <a:ext cx="4627066" cy="1415852"/>
          </a:xfrm>
          <a:prstGeom prst="roundRect">
            <a:avLst>
              <a:gd name="adj" fmla="val 4036"/>
            </a:avLst>
          </a:prstGeom>
          <a:solidFill>
            <a:srgbClr val="EAF6FC"/>
          </a:solidFill>
          <a:ln w="12700">
            <a:solidFill>
              <a:srgbClr val="29ABE2"/>
            </a:solidFill>
            <a:prstDash val="solid"/>
          </a:ln>
        </p:spPr>
        <p:txBody>
          <a:bodyPr/>
          <a:lstStyle/>
          <a:p>
            <a:endParaRPr lang="ja-JP" altLang="en-US"/>
          </a:p>
        </p:txBody>
      </p:sp>
      <p:sp>
        <p:nvSpPr>
          <p:cNvPr id="24" name="Text 22"/>
          <p:cNvSpPr/>
          <p:nvPr/>
        </p:nvSpPr>
        <p:spPr>
          <a:xfrm>
            <a:off x="12117884" y="7731026"/>
            <a:ext cx="394097" cy="3683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29ABE2"/>
                </a:solidFill>
                <a:latin typeface="Arial" pitchFamily="34" charset="0"/>
                <a:ea typeface="Arial" pitchFamily="34" charset="-122"/>
                <a:cs typeface="Arial" pitchFamily="34" charset="-120"/>
              </a:rPr>
              <a:t>03</a:t>
            </a:r>
            <a:endParaRPr lang="en-US" sz="2250" dirty="0"/>
          </a:p>
        </p:txBody>
      </p:sp>
      <p:sp>
        <p:nvSpPr>
          <p:cNvPr id="25" name="Text 23"/>
          <p:cNvSpPr/>
          <p:nvPr/>
        </p:nvSpPr>
        <p:spPr>
          <a:xfrm>
            <a:off x="12569130" y="7731026"/>
            <a:ext cx="3843259" cy="70088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b="1" dirty="0">
                <a:solidFill>
                  <a:srgbClr val="1A1A1A"/>
                </a:solidFill>
                <a:latin typeface="Arial" pitchFamily="34" charset="0"/>
                <a:ea typeface="Arial" pitchFamily="34" charset="-122"/>
                <a:cs typeface="Arial" pitchFamily="34" charset="-120"/>
              </a:rPr>
              <a:t>災害時避難への活用可能性を検討（本研究）</a:t>
            </a:r>
            <a:endParaRPr lang="en-US" sz="1800" dirty="0"/>
          </a:p>
        </p:txBody>
      </p:sp>
      <p:sp>
        <p:nvSpPr>
          <p:cNvPr id="26" name="Text 24"/>
          <p:cNvSpPr/>
          <p:nvPr/>
        </p:nvSpPr>
        <p:spPr>
          <a:xfrm>
            <a:off x="12595920" y="8470007"/>
            <a:ext cx="4074984" cy="34667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00" dirty="0">
                <a:solidFill>
                  <a:srgbClr val="1B7CB0"/>
                </a:solidFill>
                <a:latin typeface="Arial" pitchFamily="34" charset="0"/>
                <a:ea typeface="Arial" pitchFamily="34" charset="-122"/>
                <a:cs typeface="Arial" pitchFamily="34" charset="-120"/>
              </a:rPr>
              <a:t>→ 次ページで対象事例・手段を提示</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33500" y="-1714500"/>
            <a:ext cx="4953000" cy="4572000"/>
          </a:xfrm>
          <a:prstGeom prst="ellipse">
            <a:avLst/>
          </a:prstGeom>
          <a:gradFill rotWithShape="1">
            <a:gsLst>
              <a:gs pos="0">
                <a:srgbClr val="29ABE2">
                  <a:alpha val="16000"/>
                </a:srgbClr>
              </a:gs>
              <a:gs pos="100000">
                <a:srgbClr val="A8DCF0">
                  <a:alpha val="16000"/>
                </a:srgbClr>
              </a:gs>
            </a:gsLst>
            <a:lin ang="2700000" scaled="0"/>
          </a:gradFill>
          <a:ln/>
        </p:spPr>
        <p:txBody>
          <a:bodyPr/>
          <a:lstStyle/>
          <a:p>
            <a:endParaRPr lang="ja-JP" altLang="en-US"/>
          </a:p>
        </p:txBody>
      </p:sp>
      <p:sp>
        <p:nvSpPr>
          <p:cNvPr id="3" name="Shape 1"/>
          <p:cNvSpPr/>
          <p:nvPr/>
        </p:nvSpPr>
        <p:spPr>
          <a:xfrm>
            <a:off x="16002000" y="1905000"/>
            <a:ext cx="4191000" cy="5524500"/>
          </a:xfrm>
          <a:prstGeom prst="ellipse">
            <a:avLst/>
          </a:prstGeom>
          <a:gradFill rotWithShape="1">
            <a:gsLst>
              <a:gs pos="0">
                <a:srgbClr val="A8DCF0">
                  <a:alpha val="12000"/>
                </a:srgbClr>
              </a:gs>
              <a:gs pos="100000">
                <a:srgbClr val="29ABE2">
                  <a:alpha val="12000"/>
                </a:srgbClr>
              </a:gs>
            </a:gsLst>
            <a:lin ang="4200000" scaled="0"/>
          </a:gradFill>
          <a:ln/>
        </p:spPr>
        <p:txBody>
          <a:bodyPr/>
          <a:lstStyle/>
          <a:p>
            <a:endParaRPr lang="ja-JP" altLang="en-US"/>
          </a:p>
        </p:txBody>
      </p:sp>
      <p:sp>
        <p:nvSpPr>
          <p:cNvPr id="4" name="Text 2"/>
          <p:cNvSpPr/>
          <p:nvPr/>
        </p:nvSpPr>
        <p:spPr>
          <a:xfrm>
            <a:off x="342900" y="609600"/>
            <a:ext cx="17602200" cy="450850"/>
          </a:xfrm>
          <a:prstGeom prst="rect">
            <a:avLst/>
          </a:prstGeom>
          <a:noFill/>
          <a:ln/>
        </p:spPr>
        <p:txBody>
          <a:bodyPr wrap="square" lIns="25400" tIns="25400" rIns="25400" bIns="25400" rtlCol="0" anchor="t">
            <a:normAutofit/>
          </a:bodyPr>
          <a:lstStyle/>
          <a:p>
            <a:pPr marL="0" indent="0" algn="ctr">
              <a:buNone/>
            </a:pPr>
            <a:r>
              <a:rPr lang="en-US" sz="2250" b="1" kern="0" spc="90" dirty="0">
                <a:solidFill>
                  <a:srgbClr val="29ABE2"/>
                </a:solidFill>
                <a:latin typeface="Arial" pitchFamily="34" charset="0"/>
                <a:ea typeface="Arial" pitchFamily="34" charset="-122"/>
                <a:cs typeface="Arial" pitchFamily="34" charset="-120"/>
              </a:rPr>
              <a:t>··············· [ </a:t>
            </a:r>
            <a:r>
              <a:rPr lang="en-US" sz="2250" b="1" kern="0" spc="90" dirty="0">
                <a:solidFill>
                  <a:srgbClr val="111111"/>
                </a:solidFill>
                <a:latin typeface="Arial" pitchFamily="34" charset="0"/>
                <a:ea typeface="Arial" pitchFamily="34" charset="-122"/>
                <a:cs typeface="Arial" pitchFamily="34" charset="-120"/>
              </a:rPr>
              <a:t>研究計画（対象事例と着眼点） </a:t>
            </a:r>
            <a:r>
              <a:rPr lang="en-US" sz="2250" b="1" kern="0" spc="90" dirty="0">
                <a:solidFill>
                  <a:srgbClr val="29ABE2"/>
                </a:solidFill>
                <a:latin typeface="Arial" pitchFamily="34" charset="0"/>
                <a:ea typeface="Arial" pitchFamily="34" charset="-122"/>
                <a:cs typeface="Arial" pitchFamily="34" charset="-120"/>
              </a:rPr>
              <a:t>] ···············</a:t>
            </a:r>
            <a:endParaRPr lang="en-US" sz="2250" dirty="0"/>
          </a:p>
        </p:txBody>
      </p:sp>
      <p:sp>
        <p:nvSpPr>
          <p:cNvPr id="5" name="Shape 3"/>
          <p:cNvSpPr/>
          <p:nvPr/>
        </p:nvSpPr>
        <p:spPr>
          <a:xfrm>
            <a:off x="1143000" y="1308100"/>
            <a:ext cx="16002000" cy="8216900"/>
          </a:xfrm>
          <a:prstGeom prst="roundRect">
            <a:avLst>
              <a:gd name="adj" fmla="val 696"/>
            </a:avLst>
          </a:prstGeom>
          <a:solidFill>
            <a:srgbClr val="FFFFFF"/>
          </a:solidFill>
          <a:ln w="12700">
            <a:solidFill>
              <a:srgbClr val="CDD8E3"/>
            </a:solidFill>
            <a:prstDash val="solid"/>
          </a:ln>
        </p:spPr>
        <p:txBody>
          <a:bodyPr/>
          <a:lstStyle/>
          <a:p>
            <a:endParaRPr lang="ja-JP" altLang="en-US"/>
          </a:p>
        </p:txBody>
      </p:sp>
      <p:sp>
        <p:nvSpPr>
          <p:cNvPr id="6" name="Shape 4"/>
          <p:cNvSpPr/>
          <p:nvPr/>
        </p:nvSpPr>
        <p:spPr>
          <a:xfrm>
            <a:off x="1689100" y="4110534"/>
            <a:ext cx="14909800" cy="9525"/>
          </a:xfrm>
          <a:prstGeom prst="rect">
            <a:avLst/>
          </a:prstGeom>
          <a:solidFill>
            <a:srgbClr val="E4EBF1"/>
          </a:solidFill>
          <a:ln/>
        </p:spPr>
        <p:txBody>
          <a:bodyPr/>
          <a:lstStyle/>
          <a:p>
            <a:endParaRPr lang="ja-JP" altLang="en-US"/>
          </a:p>
        </p:txBody>
      </p:sp>
      <p:sp>
        <p:nvSpPr>
          <p:cNvPr id="7" name="Shape 5"/>
          <p:cNvSpPr/>
          <p:nvPr/>
        </p:nvSpPr>
        <p:spPr>
          <a:xfrm>
            <a:off x="1689100" y="2315567"/>
            <a:ext cx="990600" cy="990600"/>
          </a:xfrm>
          <a:prstGeom prst="ellipse">
            <a:avLst/>
          </a:prstGeom>
          <a:solidFill>
            <a:srgbClr val="EAF6FC"/>
          </a:solidFill>
          <a:ln/>
        </p:spPr>
        <p:txBody>
          <a:bodyPr/>
          <a:lstStyle/>
          <a:p>
            <a:endParaRPr lang="ja-JP" alt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7700" y="2544167"/>
            <a:ext cx="533400" cy="533400"/>
          </a:xfrm>
          <a:prstGeom prst="rect">
            <a:avLst/>
          </a:prstGeom>
        </p:spPr>
      </p:pic>
      <p:sp>
        <p:nvSpPr>
          <p:cNvPr id="9" name="Text 6"/>
          <p:cNvSpPr/>
          <p:nvPr/>
        </p:nvSpPr>
        <p:spPr>
          <a:xfrm>
            <a:off x="3060700" y="2089547"/>
            <a:ext cx="13830300" cy="558800"/>
          </a:xfrm>
          <a:prstGeom prst="rect">
            <a:avLst/>
          </a:prstGeom>
          <a:noFill/>
          <a:ln/>
        </p:spPr>
        <p:txBody>
          <a:bodyPr wrap="square" lIns="25400" tIns="25400" rIns="25400" bIns="25400" rtlCol="0" anchor="t">
            <a:normAutofit/>
          </a:bodyPr>
          <a:lstStyle/>
          <a:p>
            <a:pPr marL="0" indent="0" algn="l">
              <a:buNone/>
            </a:pPr>
            <a:r>
              <a:rPr lang="en-US" sz="2850" b="1" dirty="0">
                <a:solidFill>
                  <a:srgbClr val="29ABE2"/>
                </a:solidFill>
                <a:latin typeface="Arial" pitchFamily="34" charset="0"/>
                <a:ea typeface="Arial" pitchFamily="34" charset="-122"/>
                <a:cs typeface="Arial" pitchFamily="34" charset="-120"/>
              </a:rPr>
              <a:t>対象とする災害 ― 河川氾濫</a:t>
            </a:r>
            <a:endParaRPr lang="en-US" sz="2850" dirty="0"/>
          </a:p>
        </p:txBody>
      </p:sp>
      <p:sp>
        <p:nvSpPr>
          <p:cNvPr id="10" name="Text 7"/>
          <p:cNvSpPr/>
          <p:nvPr/>
        </p:nvSpPr>
        <p:spPr>
          <a:xfrm>
            <a:off x="3060700" y="2705497"/>
            <a:ext cx="12950190" cy="864791"/>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2100" dirty="0">
                <a:solidFill>
                  <a:srgbClr val="1A1A1A"/>
                </a:solidFill>
                <a:latin typeface="Arial" pitchFamily="34" charset="0"/>
                <a:ea typeface="Arial" pitchFamily="34" charset="-122"/>
                <a:cs typeface="Arial" pitchFamily="34" charset="-120"/>
              </a:rPr>
              <a:t>栃木県を含む地域で発生リスクの高い河川氾濫に着目する。鬼怒川は栃木県から茨城県へ流れる河川であり、上流から下流まで氾濫リスクがつながる。</a:t>
            </a:r>
            <a:endParaRPr lang="en-US" sz="2100" dirty="0"/>
          </a:p>
        </p:txBody>
      </p:sp>
      <p:sp>
        <p:nvSpPr>
          <p:cNvPr id="11" name="Shape 8"/>
          <p:cNvSpPr/>
          <p:nvPr/>
        </p:nvSpPr>
        <p:spPr>
          <a:xfrm>
            <a:off x="1689100" y="6716216"/>
            <a:ext cx="14909800" cy="9525"/>
          </a:xfrm>
          <a:prstGeom prst="rect">
            <a:avLst/>
          </a:prstGeom>
          <a:solidFill>
            <a:srgbClr val="E4EBF1"/>
          </a:solidFill>
          <a:ln/>
        </p:spPr>
        <p:txBody>
          <a:bodyPr/>
          <a:lstStyle/>
          <a:p>
            <a:endParaRPr lang="ja-JP" altLang="en-US"/>
          </a:p>
        </p:txBody>
      </p:sp>
      <p:sp>
        <p:nvSpPr>
          <p:cNvPr id="12" name="Shape 9"/>
          <p:cNvSpPr/>
          <p:nvPr/>
        </p:nvSpPr>
        <p:spPr>
          <a:xfrm>
            <a:off x="1689100" y="4921250"/>
            <a:ext cx="990600" cy="990600"/>
          </a:xfrm>
          <a:prstGeom prst="ellipse">
            <a:avLst/>
          </a:prstGeom>
          <a:solidFill>
            <a:srgbClr val="EAF6FC"/>
          </a:solidFill>
          <a:ln/>
        </p:spPr>
        <p:txBody>
          <a:bodyPr/>
          <a:lstStyle/>
          <a:p>
            <a:endParaRPr lang="ja-JP" altLang="en-US"/>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7700" y="5149850"/>
            <a:ext cx="533400" cy="533400"/>
          </a:xfrm>
          <a:prstGeom prst="rect">
            <a:avLst/>
          </a:prstGeom>
        </p:spPr>
      </p:pic>
      <p:sp>
        <p:nvSpPr>
          <p:cNvPr id="14" name="Text 10"/>
          <p:cNvSpPr/>
          <p:nvPr/>
        </p:nvSpPr>
        <p:spPr>
          <a:xfrm>
            <a:off x="3060700" y="4695230"/>
            <a:ext cx="13830300" cy="558800"/>
          </a:xfrm>
          <a:prstGeom prst="rect">
            <a:avLst/>
          </a:prstGeom>
          <a:noFill/>
          <a:ln/>
        </p:spPr>
        <p:txBody>
          <a:bodyPr wrap="square" lIns="25400" tIns="25400" rIns="25400" bIns="25400" rtlCol="0" anchor="t">
            <a:normAutofit/>
          </a:bodyPr>
          <a:lstStyle/>
          <a:p>
            <a:pPr marL="0" indent="0" algn="l">
              <a:buNone/>
            </a:pPr>
            <a:r>
              <a:rPr lang="en-US" sz="2850" b="1" dirty="0">
                <a:solidFill>
                  <a:srgbClr val="29ABE2"/>
                </a:solidFill>
                <a:latin typeface="Arial" pitchFamily="34" charset="0"/>
                <a:ea typeface="Arial" pitchFamily="34" charset="-122"/>
                <a:cs typeface="Arial" pitchFamily="34" charset="-120"/>
              </a:rPr>
              <a:t>対象事例 ― 2015年 鬼怒川氾濫（常総市）</a:t>
            </a:r>
            <a:endParaRPr lang="en-US" sz="2850" dirty="0"/>
          </a:p>
        </p:txBody>
      </p:sp>
      <p:sp>
        <p:nvSpPr>
          <p:cNvPr id="15" name="Text 11"/>
          <p:cNvSpPr/>
          <p:nvPr/>
        </p:nvSpPr>
        <p:spPr>
          <a:xfrm>
            <a:off x="3060700" y="5311180"/>
            <a:ext cx="12950190" cy="864791"/>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2100" dirty="0">
                <a:solidFill>
                  <a:srgbClr val="1A1A1A"/>
                </a:solidFill>
                <a:latin typeface="Arial" pitchFamily="34" charset="0"/>
                <a:ea typeface="Arial" pitchFamily="34" charset="-122"/>
                <a:cs typeface="Arial" pitchFamily="34" charset="-120"/>
              </a:rPr>
              <a:t>平成27年9月関東・東北豪雨で、茨城県常総市三坂町付近の堤防が決壊し、市域の広い範囲で浸水被害が発生した事例を対象とする。</a:t>
            </a:r>
            <a:endParaRPr lang="en-US" sz="2100" dirty="0"/>
          </a:p>
        </p:txBody>
      </p:sp>
      <p:sp>
        <p:nvSpPr>
          <p:cNvPr id="16" name="Shape 12"/>
          <p:cNvSpPr/>
          <p:nvPr/>
        </p:nvSpPr>
        <p:spPr>
          <a:xfrm>
            <a:off x="1689100" y="7526834"/>
            <a:ext cx="990600" cy="990600"/>
          </a:xfrm>
          <a:prstGeom prst="ellipse">
            <a:avLst/>
          </a:prstGeom>
          <a:solidFill>
            <a:srgbClr val="EAF6FC"/>
          </a:solidFill>
          <a:ln/>
        </p:spPr>
        <p:txBody>
          <a:bodyPr/>
          <a:lstStyle/>
          <a:p>
            <a:endParaRPr lang="ja-JP" alt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17700" y="7755434"/>
            <a:ext cx="533400" cy="533400"/>
          </a:xfrm>
          <a:prstGeom prst="rect">
            <a:avLst/>
          </a:prstGeom>
        </p:spPr>
      </p:pic>
      <p:sp>
        <p:nvSpPr>
          <p:cNvPr id="18" name="Text 13"/>
          <p:cNvSpPr/>
          <p:nvPr/>
        </p:nvSpPr>
        <p:spPr>
          <a:xfrm>
            <a:off x="3060700" y="7300814"/>
            <a:ext cx="13830300" cy="558800"/>
          </a:xfrm>
          <a:prstGeom prst="rect">
            <a:avLst/>
          </a:prstGeom>
          <a:noFill/>
          <a:ln/>
        </p:spPr>
        <p:txBody>
          <a:bodyPr wrap="square" lIns="25400" tIns="25400" rIns="25400" bIns="25400" rtlCol="0" anchor="t">
            <a:normAutofit/>
          </a:bodyPr>
          <a:lstStyle/>
          <a:p>
            <a:pPr marL="0" indent="0" algn="l">
              <a:buNone/>
            </a:pPr>
            <a:r>
              <a:rPr lang="en-US" sz="2850" b="1" dirty="0">
                <a:solidFill>
                  <a:srgbClr val="29ABE2"/>
                </a:solidFill>
                <a:latin typeface="Arial" pitchFamily="34" charset="0"/>
                <a:ea typeface="Arial" pitchFamily="34" charset="-122"/>
                <a:cs typeface="Arial" pitchFamily="34" charset="-120"/>
              </a:rPr>
              <a:t>検討対象 ― 既存デマンド交通バスの活用</a:t>
            </a:r>
            <a:endParaRPr lang="en-US" sz="2850" dirty="0"/>
          </a:p>
        </p:txBody>
      </p:sp>
      <p:sp>
        <p:nvSpPr>
          <p:cNvPr id="19" name="Text 14"/>
          <p:cNvSpPr/>
          <p:nvPr/>
        </p:nvSpPr>
        <p:spPr>
          <a:xfrm>
            <a:off x="3060700" y="7916763"/>
            <a:ext cx="12950190" cy="864791"/>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2100" dirty="0">
                <a:solidFill>
                  <a:srgbClr val="1A1A1A"/>
                </a:solidFill>
                <a:latin typeface="Arial" pitchFamily="34" charset="0"/>
                <a:ea typeface="Arial" pitchFamily="34" charset="-122"/>
                <a:cs typeface="Arial" pitchFamily="34" charset="-120"/>
              </a:rPr>
              <a:t>徒歩避難・送迎・福祉輸送・自治体バスなど複数の避難支援手段のうち、平時から地域にある既存のデマンド交通バスの災害時避難への活用を検討する。</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33500" y="-1714500"/>
            <a:ext cx="4953000" cy="4572000"/>
          </a:xfrm>
          <a:prstGeom prst="ellipse">
            <a:avLst/>
          </a:prstGeom>
          <a:gradFill rotWithShape="1">
            <a:gsLst>
              <a:gs pos="0">
                <a:srgbClr val="29ABE2">
                  <a:alpha val="16000"/>
                </a:srgbClr>
              </a:gs>
              <a:gs pos="100000">
                <a:srgbClr val="A8DCF0">
                  <a:alpha val="16000"/>
                </a:srgbClr>
              </a:gs>
            </a:gsLst>
            <a:lin ang="2700000" scaled="0"/>
          </a:gradFill>
          <a:ln/>
        </p:spPr>
        <p:txBody>
          <a:bodyPr/>
          <a:lstStyle/>
          <a:p>
            <a:endParaRPr lang="ja-JP" altLang="en-US"/>
          </a:p>
        </p:txBody>
      </p:sp>
      <p:sp>
        <p:nvSpPr>
          <p:cNvPr id="3" name="Shape 1"/>
          <p:cNvSpPr/>
          <p:nvPr/>
        </p:nvSpPr>
        <p:spPr>
          <a:xfrm>
            <a:off x="16002000" y="1905000"/>
            <a:ext cx="4191000" cy="5524500"/>
          </a:xfrm>
          <a:prstGeom prst="ellipse">
            <a:avLst/>
          </a:prstGeom>
          <a:gradFill rotWithShape="1">
            <a:gsLst>
              <a:gs pos="0">
                <a:srgbClr val="A8DCF0">
                  <a:alpha val="12000"/>
                </a:srgbClr>
              </a:gs>
              <a:gs pos="100000">
                <a:srgbClr val="29ABE2">
                  <a:alpha val="12000"/>
                </a:srgbClr>
              </a:gs>
            </a:gsLst>
            <a:lin ang="4200000" scaled="0"/>
          </a:gradFill>
          <a:ln/>
        </p:spPr>
        <p:txBody>
          <a:bodyPr/>
          <a:lstStyle/>
          <a:p>
            <a:endParaRPr lang="ja-JP" altLang="en-US"/>
          </a:p>
        </p:txBody>
      </p:sp>
      <p:sp>
        <p:nvSpPr>
          <p:cNvPr id="4" name="Text 2"/>
          <p:cNvSpPr/>
          <p:nvPr/>
        </p:nvSpPr>
        <p:spPr>
          <a:xfrm>
            <a:off x="342900" y="609600"/>
            <a:ext cx="17602200" cy="450850"/>
          </a:xfrm>
          <a:prstGeom prst="rect">
            <a:avLst/>
          </a:prstGeom>
          <a:noFill/>
          <a:ln/>
        </p:spPr>
        <p:txBody>
          <a:bodyPr wrap="square" lIns="25400" tIns="25400" rIns="25400" bIns="25400" rtlCol="0" anchor="t">
            <a:normAutofit/>
          </a:bodyPr>
          <a:lstStyle/>
          <a:p>
            <a:pPr marL="0" indent="0" algn="ctr">
              <a:buNone/>
            </a:pPr>
            <a:r>
              <a:rPr lang="en-US" sz="2250" b="1" kern="0" spc="90" dirty="0">
                <a:solidFill>
                  <a:srgbClr val="29ABE2"/>
                </a:solidFill>
                <a:latin typeface="Arial" pitchFamily="34" charset="0"/>
                <a:ea typeface="Arial" pitchFamily="34" charset="-122"/>
                <a:cs typeface="Arial" pitchFamily="34" charset="-120"/>
              </a:rPr>
              <a:t>·············· [ </a:t>
            </a:r>
            <a:r>
              <a:rPr lang="en-US" sz="2250" b="1" kern="0" spc="90" dirty="0">
                <a:solidFill>
                  <a:srgbClr val="111111"/>
                </a:solidFill>
                <a:latin typeface="Arial" pitchFamily="34" charset="0"/>
                <a:ea typeface="Arial" pitchFamily="34" charset="-122"/>
                <a:cs typeface="Arial" pitchFamily="34" charset="-120"/>
              </a:rPr>
              <a:t>研究全体の流れ（3段階） </a:t>
            </a:r>
            <a:r>
              <a:rPr lang="en-US" sz="2250" b="1" kern="0" spc="90" dirty="0">
                <a:solidFill>
                  <a:srgbClr val="29ABE2"/>
                </a:solidFill>
                <a:latin typeface="Arial" pitchFamily="34" charset="0"/>
                <a:ea typeface="Arial" pitchFamily="34" charset="-122"/>
                <a:cs typeface="Arial" pitchFamily="34" charset="-120"/>
              </a:rPr>
              <a:t>] ··············</a:t>
            </a:r>
            <a:endParaRPr lang="en-US" sz="2250" dirty="0"/>
          </a:p>
        </p:txBody>
      </p:sp>
      <p:sp>
        <p:nvSpPr>
          <p:cNvPr id="5" name="Shape 3"/>
          <p:cNvSpPr/>
          <p:nvPr/>
        </p:nvSpPr>
        <p:spPr>
          <a:xfrm>
            <a:off x="1143000" y="1308100"/>
            <a:ext cx="16002000" cy="8216900"/>
          </a:xfrm>
          <a:prstGeom prst="roundRect">
            <a:avLst>
              <a:gd name="adj" fmla="val 696"/>
            </a:avLst>
          </a:prstGeom>
          <a:solidFill>
            <a:srgbClr val="FFFFFF"/>
          </a:solidFill>
          <a:ln w="12700">
            <a:solidFill>
              <a:srgbClr val="CDD8E3"/>
            </a:solidFill>
            <a:prstDash val="solid"/>
          </a:ln>
        </p:spPr>
        <p:txBody>
          <a:bodyPr/>
          <a:lstStyle/>
          <a:p>
            <a:endParaRPr lang="ja-JP" altLang="en-US"/>
          </a:p>
        </p:txBody>
      </p:sp>
      <p:sp>
        <p:nvSpPr>
          <p:cNvPr id="6" name="Shape 4"/>
          <p:cNvSpPr/>
          <p:nvPr/>
        </p:nvSpPr>
        <p:spPr>
          <a:xfrm>
            <a:off x="3231059" y="1739900"/>
            <a:ext cx="1428750" cy="1428750"/>
          </a:xfrm>
          <a:prstGeom prst="ellipse">
            <a:avLst/>
          </a:prstGeom>
          <a:solidFill>
            <a:srgbClr val="EAF6FC"/>
          </a:solidFill>
          <a:ln w="25400">
            <a:solidFill>
              <a:srgbClr val="29ABE2"/>
            </a:solidFill>
            <a:prstDash val="solid"/>
          </a:ln>
        </p:spPr>
        <p:txBody>
          <a:bodyPr/>
          <a:lstStyle/>
          <a:p>
            <a:endParaRPr lang="ja-JP" altLang="en-US"/>
          </a:p>
        </p:txBody>
      </p:sp>
      <p:sp>
        <p:nvSpPr>
          <p:cNvPr id="7" name="Text 5"/>
          <p:cNvSpPr/>
          <p:nvPr/>
        </p:nvSpPr>
        <p:spPr>
          <a:xfrm>
            <a:off x="3744119" y="2092325"/>
            <a:ext cx="478830"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b="1" dirty="0">
                <a:solidFill>
                  <a:srgbClr val="29ABE2"/>
                </a:solidFill>
                <a:latin typeface="Arial" pitchFamily="34" charset="0"/>
                <a:ea typeface="Arial" pitchFamily="34" charset="-122"/>
                <a:cs typeface="Arial" pitchFamily="34" charset="-120"/>
              </a:rPr>
              <a:t>1</a:t>
            </a:r>
            <a:endParaRPr lang="en-US" sz="5700" dirty="0"/>
          </a:p>
        </p:txBody>
      </p:sp>
      <p:sp>
        <p:nvSpPr>
          <p:cNvPr id="8" name="Text 6"/>
          <p:cNvSpPr/>
          <p:nvPr/>
        </p:nvSpPr>
        <p:spPr>
          <a:xfrm>
            <a:off x="2373809" y="3378200"/>
            <a:ext cx="3143250" cy="450850"/>
          </a:xfrm>
          <a:prstGeom prst="rect">
            <a:avLst/>
          </a:prstGeom>
          <a:noFill/>
          <a:ln/>
        </p:spPr>
        <p:txBody>
          <a:bodyPr wrap="square" lIns="25400" tIns="25400" rIns="25400" bIns="25400" rtlCol="0" anchor="t">
            <a:normAutofit/>
          </a:bodyPr>
          <a:lstStyle/>
          <a:p>
            <a:pPr marL="0" indent="0" algn="ctr">
              <a:buNone/>
            </a:pPr>
            <a:r>
              <a:rPr lang="en-US" sz="2250" b="1" dirty="0">
                <a:solidFill>
                  <a:srgbClr val="1A1A1A"/>
                </a:solidFill>
                <a:latin typeface="Arial" pitchFamily="34" charset="0"/>
                <a:ea typeface="Arial" pitchFamily="34" charset="-122"/>
                <a:cs typeface="Arial" pitchFamily="34" charset="-120"/>
              </a:rPr>
              <a:t>避難困難者の静的推計</a:t>
            </a:r>
            <a:endParaRPr lang="en-US" sz="2250" dirty="0"/>
          </a:p>
        </p:txBody>
      </p:sp>
      <p:sp>
        <p:nvSpPr>
          <p:cNvPr id="9" name="Text 7"/>
          <p:cNvSpPr/>
          <p:nvPr/>
        </p:nvSpPr>
        <p:spPr>
          <a:xfrm>
            <a:off x="2562404" y="3848100"/>
            <a:ext cx="2766060" cy="368300"/>
          </a:xfrm>
          <a:prstGeom prst="rect">
            <a:avLst/>
          </a:prstGeom>
          <a:noFill/>
          <a:ln/>
        </p:spPr>
        <p:txBody>
          <a:bodyPr wrap="square" lIns="25400" tIns="25400" rIns="25400" bIns="25400" rtlCol="0" anchor="t">
            <a:normAutofit/>
          </a:bodyPr>
          <a:lstStyle/>
          <a:p>
            <a:pPr marL="0" indent="0" algn="ctr">
              <a:buNone/>
            </a:pPr>
            <a:r>
              <a:rPr lang="en-US" sz="1800" b="1" dirty="0">
                <a:solidFill>
                  <a:srgbClr val="29ABE2"/>
                </a:solidFill>
                <a:latin typeface="Arial" pitchFamily="34" charset="0"/>
                <a:ea typeface="Arial" pitchFamily="34" charset="-122"/>
                <a:cs typeface="Arial" pitchFamily="34" charset="-120"/>
              </a:rPr>
              <a:t>静的に経路の有無を確認</a:t>
            </a:r>
            <a:endParaRPr lang="en-US" sz="1800" dirty="0"/>
          </a:p>
        </p:txBody>
      </p:sp>
      <p:sp>
        <p:nvSpPr>
          <p:cNvPr id="10" name="Shape 8"/>
          <p:cNvSpPr/>
          <p:nvPr/>
        </p:nvSpPr>
        <p:spPr>
          <a:xfrm>
            <a:off x="3716834" y="4311650"/>
            <a:ext cx="457200" cy="28575"/>
          </a:xfrm>
          <a:prstGeom prst="rect">
            <a:avLst/>
          </a:prstGeom>
          <a:solidFill>
            <a:srgbClr val="A8DCF0"/>
          </a:solidFill>
          <a:ln/>
        </p:spPr>
        <p:txBody>
          <a:bodyPr/>
          <a:lstStyle/>
          <a:p>
            <a:endParaRPr lang="ja-JP" altLang="en-US"/>
          </a:p>
        </p:txBody>
      </p:sp>
      <p:sp>
        <p:nvSpPr>
          <p:cNvPr id="11" name="Text 9"/>
          <p:cNvSpPr/>
          <p:nvPr/>
        </p:nvSpPr>
        <p:spPr>
          <a:xfrm>
            <a:off x="1662430" y="4492625"/>
            <a:ext cx="4691737" cy="1409700"/>
          </a:xfrm>
          <a:prstGeom prst="rect">
            <a:avLst/>
          </a:prstGeom>
          <a:noFill/>
          <a:ln/>
        </p:spPr>
        <p:txBody>
          <a:bodyPr wrap="square" lIns="25400" tIns="25400" rIns="25400" bIns="25400" rtlCol="0" anchor="t">
            <a:normAutofit fontScale="92500" lnSpcReduction="20000"/>
          </a:bodyPr>
          <a:lstStyle/>
          <a:p>
            <a:pPr marL="160020" indent="-160020" algn="l">
              <a:lnSpc>
                <a:spcPct val="150000"/>
              </a:lnSpc>
              <a:buSzPct val="100000"/>
              <a:buChar char="•"/>
              <a:tabLst>
                <a:tab pos="160020" algn="l"/>
              </a:tabLst>
            </a:pPr>
            <a:r>
              <a:rPr lang="en-US" sz="1800" dirty="0">
                <a:solidFill>
                  <a:srgbClr val="1A1A1A"/>
                </a:solidFill>
                <a:latin typeface="Arial" pitchFamily="34" charset="0"/>
                <a:ea typeface="Arial" pitchFamily="34" charset="-122"/>
                <a:cs typeface="Arial" pitchFamily="34" charset="-120"/>
              </a:rPr>
              <a:t>浸水範囲から通行困難道路を設定</a:t>
            </a:r>
            <a:endParaRPr lang="en-US" sz="1800" dirty="0"/>
          </a:p>
          <a:p>
            <a:pPr marL="160020" indent="-160020" algn="l">
              <a:lnSpc>
                <a:spcPct val="150000"/>
              </a:lnSpc>
              <a:buSzPct val="100000"/>
              <a:buChar char="•"/>
              <a:tabLst>
                <a:tab pos="160020" algn="l"/>
              </a:tabLst>
            </a:pPr>
            <a:r>
              <a:rPr lang="en-US" sz="1800" dirty="0">
                <a:solidFill>
                  <a:srgbClr val="1A1A1A"/>
                </a:solidFill>
                <a:latin typeface="Arial" pitchFamily="34" charset="0"/>
                <a:ea typeface="Arial" pitchFamily="34" charset="-122"/>
                <a:cs typeface="Arial" pitchFamily="34" charset="-120"/>
              </a:rPr>
              <a:t>避難所までの経路を探索</a:t>
            </a:r>
            <a:endParaRPr lang="en-US" sz="1800" dirty="0"/>
          </a:p>
          <a:p>
            <a:pPr marL="160020" indent="-160020" algn="l">
              <a:lnSpc>
                <a:spcPct val="150000"/>
              </a:lnSpc>
              <a:buSzPct val="100000"/>
              <a:buChar char="•"/>
              <a:tabLst>
                <a:tab pos="160020" algn="l"/>
              </a:tabLst>
            </a:pPr>
            <a:r>
              <a:rPr lang="en-US" sz="1800" dirty="0">
                <a:solidFill>
                  <a:srgbClr val="1A1A1A"/>
                </a:solidFill>
                <a:latin typeface="Arial" pitchFamily="34" charset="0"/>
                <a:ea typeface="Arial" pitchFamily="34" charset="-122"/>
                <a:cs typeface="Arial" pitchFamily="34" charset="-120"/>
              </a:rPr>
              <a:t>経路が確立できない住民を避難困難者として算出</a:t>
            </a:r>
            <a:endParaRPr lang="en-US" sz="1800" dirty="0"/>
          </a:p>
        </p:txBody>
      </p:sp>
      <p:sp>
        <p:nvSpPr>
          <p:cNvPr id="12" name="Text 10"/>
          <p:cNvSpPr/>
          <p:nvPr/>
        </p:nvSpPr>
        <p:spPr>
          <a:xfrm>
            <a:off x="6277967" y="2216150"/>
            <a:ext cx="609600" cy="6915150"/>
          </a:xfrm>
          <a:prstGeom prst="rect">
            <a:avLst/>
          </a:prstGeom>
          <a:noFill/>
          <a:ln/>
        </p:spPr>
        <p:txBody>
          <a:bodyPr wrap="square" lIns="25400" tIns="25400" rIns="25400" bIns="25400" rtlCol="0" anchor="t">
            <a:normAutofit/>
          </a:bodyPr>
          <a:lstStyle/>
          <a:p>
            <a:pPr marL="0" indent="0" algn="l">
              <a:buNone/>
            </a:pPr>
            <a:r>
              <a:rPr lang="en-US" sz="4200" dirty="0">
                <a:solidFill>
                  <a:srgbClr val="A8DCF0"/>
                </a:solidFill>
                <a:latin typeface="Arial" pitchFamily="34" charset="0"/>
                <a:ea typeface="Arial" pitchFamily="34" charset="-122"/>
                <a:cs typeface="Arial" pitchFamily="34" charset="-120"/>
              </a:rPr>
              <a:t>→</a:t>
            </a:r>
            <a:endParaRPr lang="en-US" sz="4200" dirty="0"/>
          </a:p>
        </p:txBody>
      </p:sp>
      <p:sp>
        <p:nvSpPr>
          <p:cNvPr id="13" name="Shape 11"/>
          <p:cNvSpPr/>
          <p:nvPr/>
        </p:nvSpPr>
        <p:spPr>
          <a:xfrm>
            <a:off x="8429526" y="1739900"/>
            <a:ext cx="1428750" cy="1428750"/>
          </a:xfrm>
          <a:prstGeom prst="ellipse">
            <a:avLst/>
          </a:prstGeom>
          <a:solidFill>
            <a:srgbClr val="EAF6FC"/>
          </a:solidFill>
          <a:ln w="25400">
            <a:solidFill>
              <a:srgbClr val="29ABE2"/>
            </a:solidFill>
            <a:prstDash val="solid"/>
          </a:ln>
        </p:spPr>
        <p:txBody>
          <a:bodyPr/>
          <a:lstStyle/>
          <a:p>
            <a:endParaRPr lang="ja-JP" altLang="en-US"/>
          </a:p>
        </p:txBody>
      </p:sp>
      <p:sp>
        <p:nvSpPr>
          <p:cNvPr id="14" name="Text 12"/>
          <p:cNvSpPr/>
          <p:nvPr/>
        </p:nvSpPr>
        <p:spPr>
          <a:xfrm>
            <a:off x="8942586" y="2092325"/>
            <a:ext cx="478830"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b="1" dirty="0">
                <a:solidFill>
                  <a:srgbClr val="29ABE2"/>
                </a:solidFill>
                <a:latin typeface="Arial" pitchFamily="34" charset="0"/>
                <a:ea typeface="Arial" pitchFamily="34" charset="-122"/>
                <a:cs typeface="Arial" pitchFamily="34" charset="-120"/>
              </a:rPr>
              <a:t>2</a:t>
            </a:r>
            <a:endParaRPr lang="en-US" sz="5700" dirty="0"/>
          </a:p>
        </p:txBody>
      </p:sp>
      <p:sp>
        <p:nvSpPr>
          <p:cNvPr id="15" name="Text 13"/>
          <p:cNvSpPr/>
          <p:nvPr/>
        </p:nvSpPr>
        <p:spPr>
          <a:xfrm>
            <a:off x="6741390" y="3378200"/>
            <a:ext cx="4805121" cy="863600"/>
          </a:xfrm>
          <a:prstGeom prst="rect">
            <a:avLst/>
          </a:prstGeom>
          <a:noFill/>
          <a:ln/>
        </p:spPr>
        <p:txBody>
          <a:bodyPr wrap="square" lIns="25400" tIns="25400" rIns="25400" bIns="25400" rtlCol="0" anchor="t">
            <a:normAutofit/>
          </a:bodyPr>
          <a:lstStyle/>
          <a:p>
            <a:pPr marL="0" indent="0" algn="ctr">
              <a:buNone/>
            </a:pPr>
            <a:r>
              <a:rPr lang="en-US" sz="2250" b="1" dirty="0">
                <a:solidFill>
                  <a:srgbClr val="1A1A1A"/>
                </a:solidFill>
                <a:latin typeface="Arial" pitchFamily="34" charset="0"/>
                <a:ea typeface="Arial" pitchFamily="34" charset="-122"/>
                <a:cs typeface="Arial" pitchFamily="34" charset="-120"/>
              </a:rPr>
              <a:t>自家用車避難の動的シミュレーション</a:t>
            </a:r>
            <a:endParaRPr lang="en-US" sz="2250" dirty="0"/>
          </a:p>
        </p:txBody>
      </p:sp>
      <p:sp>
        <p:nvSpPr>
          <p:cNvPr id="16" name="Text 14"/>
          <p:cNvSpPr/>
          <p:nvPr/>
        </p:nvSpPr>
        <p:spPr>
          <a:xfrm>
            <a:off x="7257951" y="4260850"/>
            <a:ext cx="3771900" cy="368300"/>
          </a:xfrm>
          <a:prstGeom prst="rect">
            <a:avLst/>
          </a:prstGeom>
          <a:noFill/>
          <a:ln/>
        </p:spPr>
        <p:txBody>
          <a:bodyPr wrap="square" lIns="25400" tIns="25400" rIns="25400" bIns="25400" rtlCol="0" anchor="t">
            <a:normAutofit/>
          </a:bodyPr>
          <a:lstStyle/>
          <a:p>
            <a:pPr marL="0" indent="0" algn="ctr">
              <a:buNone/>
            </a:pPr>
            <a:r>
              <a:rPr lang="en-US" sz="1800" b="1" dirty="0">
                <a:solidFill>
                  <a:srgbClr val="29ABE2"/>
                </a:solidFill>
                <a:latin typeface="Arial" pitchFamily="34" charset="0"/>
                <a:ea typeface="Arial" pitchFamily="34" charset="-122"/>
                <a:cs typeface="Arial" pitchFamily="34" charset="-120"/>
              </a:rPr>
              <a:t>走行中に経路を取り直す動的解析</a:t>
            </a:r>
            <a:endParaRPr lang="en-US" sz="1800" dirty="0"/>
          </a:p>
        </p:txBody>
      </p:sp>
      <p:sp>
        <p:nvSpPr>
          <p:cNvPr id="17" name="Shape 15"/>
          <p:cNvSpPr/>
          <p:nvPr/>
        </p:nvSpPr>
        <p:spPr>
          <a:xfrm>
            <a:off x="8915301" y="4724400"/>
            <a:ext cx="457200" cy="28575"/>
          </a:xfrm>
          <a:prstGeom prst="rect">
            <a:avLst/>
          </a:prstGeom>
          <a:solidFill>
            <a:srgbClr val="A8DCF0"/>
          </a:solidFill>
          <a:ln/>
        </p:spPr>
        <p:txBody>
          <a:bodyPr/>
          <a:lstStyle/>
          <a:p>
            <a:endParaRPr lang="ja-JP" altLang="en-US"/>
          </a:p>
        </p:txBody>
      </p:sp>
      <p:sp>
        <p:nvSpPr>
          <p:cNvPr id="18" name="Text 16"/>
          <p:cNvSpPr/>
          <p:nvPr/>
        </p:nvSpPr>
        <p:spPr>
          <a:xfrm>
            <a:off x="6860897" y="4905375"/>
            <a:ext cx="4691836" cy="1409700"/>
          </a:xfrm>
          <a:prstGeom prst="rect">
            <a:avLst/>
          </a:prstGeom>
          <a:noFill/>
          <a:ln/>
        </p:spPr>
        <p:txBody>
          <a:bodyPr wrap="square" lIns="25400" tIns="25400" rIns="25400" bIns="25400" rtlCol="0" anchor="t">
            <a:normAutofit fontScale="92500"/>
          </a:bodyPr>
          <a:lstStyle/>
          <a:p>
            <a:pPr marL="160020" indent="-160020" algn="l">
              <a:lnSpc>
                <a:spcPct val="150000"/>
              </a:lnSpc>
              <a:buSzPct val="100000"/>
              <a:buChar char="•"/>
              <a:tabLst>
                <a:tab pos="160020" algn="l"/>
              </a:tabLst>
            </a:pPr>
            <a:r>
              <a:rPr lang="en-US" sz="1800" dirty="0">
                <a:solidFill>
                  <a:srgbClr val="1A1A1A"/>
                </a:solidFill>
                <a:latin typeface="Arial" pitchFamily="34" charset="0"/>
                <a:ea typeface="Arial" pitchFamily="34" charset="-122"/>
                <a:cs typeface="Arial" pitchFamily="34" charset="-120"/>
              </a:rPr>
              <a:t>時刻別に道路を閉鎖</a:t>
            </a:r>
            <a:endParaRPr lang="en-US" sz="1800" dirty="0"/>
          </a:p>
          <a:p>
            <a:pPr marL="160020" indent="-160020" algn="l">
              <a:lnSpc>
                <a:spcPct val="150000"/>
              </a:lnSpc>
              <a:buSzPct val="100000"/>
              <a:buChar char="•"/>
              <a:tabLst>
                <a:tab pos="160020" algn="l"/>
              </a:tabLst>
            </a:pPr>
            <a:r>
              <a:rPr lang="en-US" sz="1800" dirty="0">
                <a:solidFill>
                  <a:srgbClr val="1A1A1A"/>
                </a:solidFill>
                <a:latin typeface="Arial" pitchFamily="34" charset="0"/>
                <a:ea typeface="Arial" pitchFamily="34" charset="-122"/>
                <a:cs typeface="Arial" pitchFamily="34" charset="-120"/>
              </a:rPr>
              <a:t>走行中に進路を断たれた車が都度再経路探索</a:t>
            </a:r>
            <a:endParaRPr lang="en-US" sz="1800" dirty="0"/>
          </a:p>
          <a:p>
            <a:pPr marL="160020" indent="-160020" algn="l">
              <a:lnSpc>
                <a:spcPct val="150000"/>
              </a:lnSpc>
              <a:buSzPct val="100000"/>
              <a:buChar char="•"/>
              <a:tabLst>
                <a:tab pos="160020" algn="l"/>
              </a:tabLst>
            </a:pPr>
            <a:r>
              <a:rPr lang="en-US" sz="1800" dirty="0">
                <a:solidFill>
                  <a:srgbClr val="1A1A1A"/>
                </a:solidFill>
                <a:latin typeface="Arial" pitchFamily="34" charset="0"/>
                <a:ea typeface="Arial" pitchFamily="34" charset="-122"/>
                <a:cs typeface="Arial" pitchFamily="34" charset="-120"/>
              </a:rPr>
              <a:t>自家用車のみの基準シナリオを作成</a:t>
            </a:r>
            <a:endParaRPr lang="en-US" sz="1800" dirty="0"/>
          </a:p>
        </p:txBody>
      </p:sp>
      <p:sp>
        <p:nvSpPr>
          <p:cNvPr id="19" name="Text 17"/>
          <p:cNvSpPr/>
          <p:nvPr/>
        </p:nvSpPr>
        <p:spPr>
          <a:xfrm>
            <a:off x="11476534" y="2216150"/>
            <a:ext cx="609600" cy="6915150"/>
          </a:xfrm>
          <a:prstGeom prst="rect">
            <a:avLst/>
          </a:prstGeom>
          <a:noFill/>
          <a:ln/>
        </p:spPr>
        <p:txBody>
          <a:bodyPr wrap="square" lIns="25400" tIns="25400" rIns="25400" bIns="25400" rtlCol="0" anchor="t">
            <a:normAutofit/>
          </a:bodyPr>
          <a:lstStyle/>
          <a:p>
            <a:pPr marL="0" indent="0" algn="l">
              <a:buNone/>
            </a:pPr>
            <a:r>
              <a:rPr lang="en-US" sz="4200" dirty="0">
                <a:solidFill>
                  <a:srgbClr val="A8DCF0"/>
                </a:solidFill>
                <a:latin typeface="Arial" pitchFamily="34" charset="0"/>
                <a:ea typeface="Arial" pitchFamily="34" charset="-122"/>
                <a:cs typeface="Arial" pitchFamily="34" charset="-120"/>
              </a:rPr>
              <a:t>→</a:t>
            </a:r>
            <a:endParaRPr lang="en-US" sz="4200" dirty="0"/>
          </a:p>
        </p:txBody>
      </p:sp>
      <p:sp>
        <p:nvSpPr>
          <p:cNvPr id="20" name="Shape 18"/>
          <p:cNvSpPr/>
          <p:nvPr/>
        </p:nvSpPr>
        <p:spPr>
          <a:xfrm>
            <a:off x="13628093" y="1739900"/>
            <a:ext cx="1428750" cy="1428750"/>
          </a:xfrm>
          <a:prstGeom prst="ellipse">
            <a:avLst/>
          </a:prstGeom>
          <a:solidFill>
            <a:srgbClr val="29ABE2"/>
          </a:solidFill>
          <a:ln w="25400">
            <a:solidFill>
              <a:srgbClr val="29ABE2"/>
            </a:solidFill>
            <a:prstDash val="solid"/>
          </a:ln>
        </p:spPr>
        <p:txBody>
          <a:bodyPr/>
          <a:lstStyle/>
          <a:p>
            <a:endParaRPr lang="ja-JP" altLang="en-US"/>
          </a:p>
        </p:txBody>
      </p:sp>
      <p:sp>
        <p:nvSpPr>
          <p:cNvPr id="21" name="Text 19"/>
          <p:cNvSpPr/>
          <p:nvPr/>
        </p:nvSpPr>
        <p:spPr>
          <a:xfrm>
            <a:off x="14141153" y="2092325"/>
            <a:ext cx="478830"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b="1" dirty="0">
                <a:solidFill>
                  <a:srgbClr val="FFFFFF"/>
                </a:solidFill>
                <a:latin typeface="Arial" pitchFamily="34" charset="0"/>
                <a:ea typeface="Arial" pitchFamily="34" charset="-122"/>
                <a:cs typeface="Arial" pitchFamily="34" charset="-120"/>
              </a:rPr>
              <a:t>3</a:t>
            </a:r>
            <a:endParaRPr lang="en-US" sz="5700" dirty="0"/>
          </a:p>
        </p:txBody>
      </p:sp>
      <p:sp>
        <p:nvSpPr>
          <p:cNvPr id="22" name="Text 20"/>
          <p:cNvSpPr/>
          <p:nvPr/>
        </p:nvSpPr>
        <p:spPr>
          <a:xfrm>
            <a:off x="12299355" y="3378200"/>
            <a:ext cx="4086225" cy="450850"/>
          </a:xfrm>
          <a:prstGeom prst="rect">
            <a:avLst/>
          </a:prstGeom>
          <a:noFill/>
          <a:ln/>
        </p:spPr>
        <p:txBody>
          <a:bodyPr wrap="square" lIns="25400" tIns="25400" rIns="25400" bIns="25400" rtlCol="0" anchor="t">
            <a:normAutofit/>
          </a:bodyPr>
          <a:lstStyle/>
          <a:p>
            <a:pPr marL="0" indent="0" algn="ctr">
              <a:buNone/>
            </a:pPr>
            <a:r>
              <a:rPr lang="en-US" sz="2250" b="1" dirty="0">
                <a:solidFill>
                  <a:srgbClr val="1A1A1A"/>
                </a:solidFill>
                <a:latin typeface="Arial" pitchFamily="34" charset="0"/>
                <a:ea typeface="Arial" pitchFamily="34" charset="-122"/>
                <a:cs typeface="Arial" pitchFamily="34" charset="-120"/>
              </a:rPr>
              <a:t>デマンド交通バス活用の検討</a:t>
            </a:r>
            <a:endParaRPr lang="en-US" sz="2250" dirty="0"/>
          </a:p>
        </p:txBody>
      </p:sp>
      <p:sp>
        <p:nvSpPr>
          <p:cNvPr id="23" name="Text 21"/>
          <p:cNvSpPr/>
          <p:nvPr/>
        </p:nvSpPr>
        <p:spPr>
          <a:xfrm>
            <a:off x="12260828" y="3848100"/>
            <a:ext cx="4163278" cy="368300"/>
          </a:xfrm>
          <a:prstGeom prst="rect">
            <a:avLst/>
          </a:prstGeom>
          <a:noFill/>
          <a:ln/>
        </p:spPr>
        <p:txBody>
          <a:bodyPr wrap="square" lIns="25400" tIns="25400" rIns="25400" bIns="25400" rtlCol="0" anchor="t">
            <a:normAutofit/>
          </a:bodyPr>
          <a:lstStyle/>
          <a:p>
            <a:pPr marL="0" indent="0" algn="ctr">
              <a:buNone/>
            </a:pPr>
            <a:r>
              <a:rPr lang="en-US" sz="1800" b="1" dirty="0">
                <a:solidFill>
                  <a:srgbClr val="29ABE2"/>
                </a:solidFill>
                <a:latin typeface="Arial" pitchFamily="34" charset="0"/>
                <a:ea typeface="Arial" pitchFamily="34" charset="-122"/>
                <a:cs typeface="Arial" pitchFamily="34" charset="-120"/>
              </a:rPr>
              <a:t>2の結果を踏まえ様々な観点から検討</a:t>
            </a:r>
            <a:endParaRPr lang="en-US" sz="1800" dirty="0"/>
          </a:p>
        </p:txBody>
      </p:sp>
      <p:sp>
        <p:nvSpPr>
          <p:cNvPr id="24" name="Shape 22"/>
          <p:cNvSpPr/>
          <p:nvPr/>
        </p:nvSpPr>
        <p:spPr>
          <a:xfrm>
            <a:off x="14113868" y="4311650"/>
            <a:ext cx="457200" cy="28575"/>
          </a:xfrm>
          <a:prstGeom prst="rect">
            <a:avLst/>
          </a:prstGeom>
          <a:solidFill>
            <a:srgbClr val="A8DCF0"/>
          </a:solidFill>
          <a:ln/>
        </p:spPr>
        <p:txBody>
          <a:bodyPr/>
          <a:lstStyle/>
          <a:p>
            <a:endParaRPr lang="ja-JP" altLang="en-US"/>
          </a:p>
        </p:txBody>
      </p:sp>
      <p:sp>
        <p:nvSpPr>
          <p:cNvPr id="25" name="Text 23"/>
          <p:cNvSpPr/>
          <p:nvPr/>
        </p:nvSpPr>
        <p:spPr>
          <a:xfrm>
            <a:off x="12687023" y="4492625"/>
            <a:ext cx="3436620" cy="1066800"/>
          </a:xfrm>
          <a:prstGeom prst="rect">
            <a:avLst/>
          </a:prstGeom>
          <a:noFill/>
          <a:ln/>
        </p:spPr>
        <p:txBody>
          <a:bodyPr wrap="square" lIns="25400" tIns="25400" rIns="25400" bIns="25400" rtlCol="0" anchor="t">
            <a:normAutofit fontScale="92500" lnSpcReduction="20000"/>
          </a:bodyPr>
          <a:lstStyle/>
          <a:p>
            <a:pPr marL="160020" indent="-160020" algn="l">
              <a:lnSpc>
                <a:spcPct val="150000"/>
              </a:lnSpc>
              <a:buSzPct val="100000"/>
              <a:buChar char="•"/>
              <a:tabLst>
                <a:tab pos="160020" algn="l"/>
              </a:tabLst>
            </a:pPr>
            <a:r>
              <a:rPr lang="en-US" sz="1800" dirty="0">
                <a:solidFill>
                  <a:srgbClr val="1A1A1A"/>
                </a:solidFill>
                <a:latin typeface="Arial" pitchFamily="34" charset="0"/>
                <a:ea typeface="Arial" pitchFamily="34" charset="-122"/>
                <a:cs typeface="Arial" pitchFamily="34" charset="-120"/>
              </a:rPr>
              <a:t>バス導入シナリオを作成</a:t>
            </a:r>
            <a:endParaRPr lang="en-US" sz="1800" dirty="0"/>
          </a:p>
          <a:p>
            <a:pPr marL="160020" indent="-160020" algn="l">
              <a:lnSpc>
                <a:spcPct val="150000"/>
              </a:lnSpc>
              <a:buSzPct val="100000"/>
              <a:buChar char="•"/>
              <a:tabLst>
                <a:tab pos="160020" algn="l"/>
              </a:tabLst>
            </a:pPr>
            <a:r>
              <a:rPr lang="en-US" sz="1800" dirty="0">
                <a:solidFill>
                  <a:srgbClr val="1A1A1A"/>
                </a:solidFill>
                <a:latin typeface="Arial" pitchFamily="34" charset="0"/>
                <a:ea typeface="Arial" pitchFamily="34" charset="-122"/>
                <a:cs typeface="Arial" pitchFamily="34" charset="-120"/>
              </a:rPr>
              <a:t>同一指標で自家用車のみと比較</a:t>
            </a:r>
            <a:endParaRPr lang="en-US" sz="1800" dirty="0"/>
          </a:p>
          <a:p>
            <a:pPr marL="160020" indent="-160020" algn="l">
              <a:lnSpc>
                <a:spcPct val="150000"/>
              </a:lnSpc>
              <a:buSzPct val="100000"/>
              <a:buChar char="•"/>
              <a:tabLst>
                <a:tab pos="160020" algn="l"/>
              </a:tabLst>
            </a:pPr>
            <a:r>
              <a:rPr lang="en-US" sz="1800" dirty="0">
                <a:solidFill>
                  <a:srgbClr val="1A1A1A"/>
                </a:solidFill>
                <a:latin typeface="Arial" pitchFamily="34" charset="0"/>
                <a:ea typeface="Arial" pitchFamily="34" charset="-122"/>
                <a:cs typeface="Arial" pitchFamily="34" charset="-120"/>
              </a:rPr>
              <a:t>避難支援への活用可能性を検討</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33500" y="-1714500"/>
            <a:ext cx="4953000" cy="4572000"/>
          </a:xfrm>
          <a:prstGeom prst="ellipse">
            <a:avLst/>
          </a:prstGeom>
          <a:gradFill rotWithShape="1">
            <a:gsLst>
              <a:gs pos="0">
                <a:srgbClr val="29ABE2">
                  <a:alpha val="16000"/>
                </a:srgbClr>
              </a:gs>
              <a:gs pos="100000">
                <a:srgbClr val="A8DCF0">
                  <a:alpha val="16000"/>
                </a:srgbClr>
              </a:gs>
            </a:gsLst>
            <a:lin ang="2700000" scaled="0"/>
          </a:gradFill>
          <a:ln/>
        </p:spPr>
        <p:txBody>
          <a:bodyPr/>
          <a:lstStyle/>
          <a:p>
            <a:endParaRPr lang="ja-JP" altLang="en-US"/>
          </a:p>
        </p:txBody>
      </p:sp>
      <p:sp>
        <p:nvSpPr>
          <p:cNvPr id="3" name="Shape 1"/>
          <p:cNvSpPr/>
          <p:nvPr/>
        </p:nvSpPr>
        <p:spPr>
          <a:xfrm>
            <a:off x="16002000" y="1905000"/>
            <a:ext cx="4191000" cy="5524500"/>
          </a:xfrm>
          <a:prstGeom prst="ellipse">
            <a:avLst/>
          </a:prstGeom>
          <a:gradFill rotWithShape="1">
            <a:gsLst>
              <a:gs pos="0">
                <a:srgbClr val="A8DCF0">
                  <a:alpha val="12000"/>
                </a:srgbClr>
              </a:gs>
              <a:gs pos="100000">
                <a:srgbClr val="29ABE2">
                  <a:alpha val="12000"/>
                </a:srgbClr>
              </a:gs>
            </a:gsLst>
            <a:lin ang="4200000" scaled="0"/>
          </a:gradFill>
          <a:ln/>
        </p:spPr>
        <p:txBody>
          <a:bodyPr/>
          <a:lstStyle/>
          <a:p>
            <a:endParaRPr lang="ja-JP" altLang="en-US"/>
          </a:p>
        </p:txBody>
      </p:sp>
      <p:sp>
        <p:nvSpPr>
          <p:cNvPr id="4" name="Text 2"/>
          <p:cNvSpPr/>
          <p:nvPr/>
        </p:nvSpPr>
        <p:spPr>
          <a:xfrm>
            <a:off x="342900" y="609600"/>
            <a:ext cx="17602200" cy="450850"/>
          </a:xfrm>
          <a:prstGeom prst="rect">
            <a:avLst/>
          </a:prstGeom>
          <a:noFill/>
          <a:ln/>
        </p:spPr>
        <p:txBody>
          <a:bodyPr wrap="square" lIns="25400" tIns="25400" rIns="25400" bIns="25400" rtlCol="0" anchor="t">
            <a:normAutofit/>
          </a:bodyPr>
          <a:lstStyle/>
          <a:p>
            <a:pPr marL="0" indent="0" algn="ctr">
              <a:buNone/>
            </a:pPr>
            <a:r>
              <a:rPr lang="en-US" sz="2250" b="1" kern="0" spc="90" dirty="0">
                <a:solidFill>
                  <a:srgbClr val="29ABE2"/>
                </a:solidFill>
                <a:latin typeface="Arial" pitchFamily="34" charset="0"/>
                <a:ea typeface="Arial" pitchFamily="34" charset="-122"/>
                <a:cs typeface="Arial" pitchFamily="34" charset="-120"/>
              </a:rPr>
              <a:t>·············· [ </a:t>
            </a:r>
            <a:r>
              <a:rPr lang="en-US" sz="2250" b="1" kern="0" spc="90" dirty="0">
                <a:solidFill>
                  <a:srgbClr val="111111"/>
                </a:solidFill>
                <a:latin typeface="Arial" pitchFamily="34" charset="0"/>
                <a:ea typeface="Arial" pitchFamily="34" charset="-122"/>
                <a:cs typeface="Arial" pitchFamily="34" charset="-120"/>
              </a:rPr>
              <a:t>避難困難者の静的推計 </a:t>
            </a:r>
            <a:r>
              <a:rPr lang="en-US" sz="2250" b="1" kern="0" spc="90" dirty="0">
                <a:solidFill>
                  <a:srgbClr val="29ABE2"/>
                </a:solidFill>
                <a:latin typeface="Arial" pitchFamily="34" charset="0"/>
                <a:ea typeface="Arial" pitchFamily="34" charset="-122"/>
                <a:cs typeface="Arial" pitchFamily="34" charset="-120"/>
              </a:rPr>
              <a:t>] ··············</a:t>
            </a:r>
            <a:endParaRPr lang="en-US" sz="2250" dirty="0"/>
          </a:p>
        </p:txBody>
      </p:sp>
      <p:sp>
        <p:nvSpPr>
          <p:cNvPr id="5" name="Shape 3"/>
          <p:cNvSpPr/>
          <p:nvPr/>
        </p:nvSpPr>
        <p:spPr>
          <a:xfrm>
            <a:off x="1143000" y="1306174"/>
            <a:ext cx="16002000" cy="8216900"/>
          </a:xfrm>
          <a:prstGeom prst="roundRect">
            <a:avLst>
              <a:gd name="adj" fmla="val 696"/>
            </a:avLst>
          </a:prstGeom>
          <a:solidFill>
            <a:srgbClr val="FFFFFF"/>
          </a:solidFill>
          <a:ln w="12700">
            <a:solidFill>
              <a:srgbClr val="CDD8E3"/>
            </a:solidFill>
            <a:prstDash val="solid"/>
          </a:ln>
        </p:spPr>
        <p:txBody>
          <a:bodyPr/>
          <a:lstStyle/>
          <a:p>
            <a:endParaRPr lang="ja-JP" altLang="en-US" dirty="0"/>
          </a:p>
        </p:txBody>
      </p:sp>
      <p:sp>
        <p:nvSpPr>
          <p:cNvPr id="6" name="Text 4"/>
          <p:cNvSpPr/>
          <p:nvPr/>
        </p:nvSpPr>
        <p:spPr>
          <a:xfrm>
            <a:off x="2135054" y="1585566"/>
            <a:ext cx="15881070" cy="1063261"/>
          </a:xfrm>
          <a:prstGeom prst="rect">
            <a:avLst/>
          </a:prstGeom>
          <a:noFill/>
          <a:ln/>
        </p:spPr>
        <p:txBody>
          <a:bodyPr wrap="square" lIns="25400" tIns="25400" rIns="25400" bIns="25400" rtlCol="0" anchor="t">
            <a:normAutofit/>
          </a:bodyPr>
          <a:lstStyle/>
          <a:p>
            <a:pPr marL="0" indent="0" algn="l">
              <a:buNone/>
            </a:pPr>
            <a:r>
              <a:rPr lang="en-US" sz="1800" b="1" kern="0" spc="324" dirty="0">
                <a:solidFill>
                  <a:srgbClr val="29ABE2"/>
                </a:solidFill>
                <a:latin typeface="Arial" pitchFamily="34" charset="0"/>
                <a:ea typeface="Arial" pitchFamily="34" charset="-122"/>
                <a:cs typeface="Arial" pitchFamily="34" charset="-120"/>
              </a:rPr>
              <a:t>PHASE 1</a:t>
            </a:r>
            <a:endParaRPr lang="en-US" sz="1800" dirty="0"/>
          </a:p>
        </p:txBody>
      </p:sp>
      <p:sp>
        <p:nvSpPr>
          <p:cNvPr id="7" name="Text 5"/>
          <p:cNvSpPr/>
          <p:nvPr/>
        </p:nvSpPr>
        <p:spPr>
          <a:xfrm>
            <a:off x="2135054" y="1928466"/>
            <a:ext cx="15881070" cy="2458791"/>
          </a:xfrm>
          <a:prstGeom prst="rect">
            <a:avLst/>
          </a:prstGeom>
          <a:noFill/>
          <a:ln/>
        </p:spPr>
        <p:txBody>
          <a:bodyPr wrap="square" lIns="25400" tIns="25400" rIns="25400" bIns="25400" rtlCol="0" anchor="t">
            <a:normAutofit/>
          </a:bodyPr>
          <a:lstStyle/>
          <a:p>
            <a:pPr marL="0" indent="0" algn="l">
              <a:buNone/>
            </a:pPr>
            <a:r>
              <a:rPr lang="en-US" sz="3600" b="1" dirty="0">
                <a:solidFill>
                  <a:srgbClr val="111111"/>
                </a:solidFill>
                <a:latin typeface="Arial" pitchFamily="34" charset="0"/>
                <a:ea typeface="Arial" pitchFamily="34" charset="-122"/>
                <a:cs typeface="Arial" pitchFamily="34" charset="-120"/>
              </a:rPr>
              <a:t>避難困難者の静的推計</a:t>
            </a:r>
            <a:endParaRPr lang="en-US" sz="3600" dirty="0"/>
          </a:p>
        </p:txBody>
      </p:sp>
      <p:sp>
        <p:nvSpPr>
          <p:cNvPr id="8" name="Shape 6"/>
          <p:cNvSpPr/>
          <p:nvPr/>
        </p:nvSpPr>
        <p:spPr>
          <a:xfrm>
            <a:off x="2135053" y="2747617"/>
            <a:ext cx="990951" cy="132908"/>
          </a:xfrm>
          <a:prstGeom prst="rect">
            <a:avLst/>
          </a:prstGeom>
          <a:solidFill>
            <a:srgbClr val="29ABE2"/>
          </a:solidFill>
          <a:ln/>
        </p:spPr>
        <p:txBody>
          <a:bodyPr/>
          <a:lstStyle/>
          <a:p>
            <a:endParaRPr lang="ja-JP" altLang="en-US"/>
          </a:p>
        </p:txBody>
      </p:sp>
      <p:sp>
        <p:nvSpPr>
          <p:cNvPr id="9" name="Text 7"/>
          <p:cNvSpPr/>
          <p:nvPr/>
        </p:nvSpPr>
        <p:spPr>
          <a:xfrm>
            <a:off x="1867667" y="3699676"/>
            <a:ext cx="534773" cy="1541828"/>
          </a:xfrm>
          <a:prstGeom prst="rect">
            <a:avLst/>
          </a:prstGeom>
          <a:noFill/>
          <a:ln/>
        </p:spPr>
        <p:txBody>
          <a:bodyPr wrap="square" lIns="25400" tIns="25400" rIns="25400" bIns="25400" rtlCol="0" anchor="t">
            <a:normAutofit/>
          </a:bodyPr>
          <a:lstStyle/>
          <a:p>
            <a:pPr marL="0" indent="0" algn="l">
              <a:lnSpc>
                <a:spcPct val="150000"/>
              </a:lnSpc>
              <a:buNone/>
            </a:pPr>
            <a:r>
              <a:rPr lang="en-US" sz="1950" b="1" dirty="0">
                <a:solidFill>
                  <a:srgbClr val="29ABE2"/>
                </a:solidFill>
                <a:latin typeface="Arial" pitchFamily="34" charset="0"/>
                <a:ea typeface="Arial" pitchFamily="34" charset="-122"/>
                <a:cs typeface="Arial" pitchFamily="34" charset="-120"/>
              </a:rPr>
              <a:t>▶</a:t>
            </a:r>
            <a:endParaRPr lang="en-US" sz="1950" dirty="0"/>
          </a:p>
        </p:txBody>
      </p:sp>
      <p:sp>
        <p:nvSpPr>
          <p:cNvPr id="10" name="Text 8"/>
          <p:cNvSpPr/>
          <p:nvPr/>
        </p:nvSpPr>
        <p:spPr>
          <a:xfrm>
            <a:off x="2402438" y="3614284"/>
            <a:ext cx="14392943" cy="2940229"/>
          </a:xfrm>
          <a:prstGeom prst="rect">
            <a:avLst/>
          </a:prstGeom>
          <a:noFill/>
          <a:ln/>
        </p:spPr>
        <p:txBody>
          <a:bodyPr wrap="square" lIns="25400" tIns="25400" rIns="25400" bIns="25400" rtlCol="0" anchor="t">
            <a:normAutofit/>
          </a:bodyPr>
          <a:lstStyle/>
          <a:p>
            <a:pPr marL="0" indent="0" algn="l">
              <a:lnSpc>
                <a:spcPct val="150000"/>
              </a:lnSpc>
              <a:buNone/>
            </a:pPr>
            <a:r>
              <a:rPr lang="en-US" sz="2800" dirty="0">
                <a:solidFill>
                  <a:srgbClr val="1A1A1A"/>
                </a:solidFill>
                <a:latin typeface="Arial" pitchFamily="34" charset="0"/>
                <a:ea typeface="Arial" pitchFamily="34" charset="-122"/>
                <a:cs typeface="Arial" pitchFamily="34" charset="-120"/>
              </a:rPr>
              <a:t>浸水データ・道路ネットワーク・人口メッシュ・避難施設データを組み合わせる</a:t>
            </a:r>
            <a:endParaRPr lang="en-US" sz="2800" dirty="0"/>
          </a:p>
        </p:txBody>
      </p:sp>
      <p:sp>
        <p:nvSpPr>
          <p:cNvPr id="11" name="Text 9"/>
          <p:cNvSpPr/>
          <p:nvPr/>
        </p:nvSpPr>
        <p:spPr>
          <a:xfrm>
            <a:off x="1849005" y="5193621"/>
            <a:ext cx="534773" cy="1541828"/>
          </a:xfrm>
          <a:prstGeom prst="rect">
            <a:avLst/>
          </a:prstGeom>
          <a:noFill/>
          <a:ln/>
        </p:spPr>
        <p:txBody>
          <a:bodyPr wrap="square" lIns="25400" tIns="25400" rIns="25400" bIns="25400" rtlCol="0" anchor="t">
            <a:normAutofit/>
          </a:bodyPr>
          <a:lstStyle/>
          <a:p>
            <a:pPr marL="0" indent="0" algn="l">
              <a:lnSpc>
                <a:spcPct val="150000"/>
              </a:lnSpc>
              <a:buNone/>
            </a:pPr>
            <a:r>
              <a:rPr lang="en-US" sz="1950" b="1" dirty="0">
                <a:solidFill>
                  <a:srgbClr val="29ABE2"/>
                </a:solidFill>
                <a:latin typeface="Arial" pitchFamily="34" charset="0"/>
                <a:ea typeface="Arial" pitchFamily="34" charset="-122"/>
                <a:cs typeface="Arial" pitchFamily="34" charset="-120"/>
              </a:rPr>
              <a:t>▶</a:t>
            </a:r>
            <a:endParaRPr lang="en-US" sz="1950" dirty="0"/>
          </a:p>
        </p:txBody>
      </p:sp>
      <p:sp>
        <p:nvSpPr>
          <p:cNvPr id="12" name="Text 10"/>
          <p:cNvSpPr/>
          <p:nvPr/>
        </p:nvSpPr>
        <p:spPr>
          <a:xfrm>
            <a:off x="2402439" y="5057786"/>
            <a:ext cx="11837096" cy="1541828"/>
          </a:xfrm>
          <a:prstGeom prst="rect">
            <a:avLst/>
          </a:prstGeom>
          <a:noFill/>
          <a:ln/>
        </p:spPr>
        <p:txBody>
          <a:bodyPr wrap="square" lIns="25400" tIns="25400" rIns="25400" bIns="25400" rtlCol="0" anchor="t">
            <a:normAutofit/>
          </a:bodyPr>
          <a:lstStyle/>
          <a:p>
            <a:pPr marL="0" indent="0" algn="l">
              <a:lnSpc>
                <a:spcPct val="150000"/>
              </a:lnSpc>
              <a:buNone/>
            </a:pPr>
            <a:r>
              <a:rPr lang="en-US" sz="2800" dirty="0">
                <a:solidFill>
                  <a:srgbClr val="1A1A1A"/>
                </a:solidFill>
                <a:latin typeface="Arial" pitchFamily="34" charset="0"/>
                <a:ea typeface="Arial" pitchFamily="34" charset="-122"/>
                <a:cs typeface="Arial" pitchFamily="34" charset="-120"/>
              </a:rPr>
              <a:t>浸水範囲（浸水深0.5m以上）から通行困難道路を設定する</a:t>
            </a:r>
            <a:endParaRPr lang="en-US" sz="2800" dirty="0"/>
          </a:p>
        </p:txBody>
      </p:sp>
      <p:sp>
        <p:nvSpPr>
          <p:cNvPr id="13" name="Text 11"/>
          <p:cNvSpPr/>
          <p:nvPr/>
        </p:nvSpPr>
        <p:spPr>
          <a:xfrm>
            <a:off x="1830344" y="6509411"/>
            <a:ext cx="534773" cy="1541828"/>
          </a:xfrm>
          <a:prstGeom prst="rect">
            <a:avLst/>
          </a:prstGeom>
          <a:noFill/>
          <a:ln/>
        </p:spPr>
        <p:txBody>
          <a:bodyPr wrap="square" lIns="25400" tIns="25400" rIns="25400" bIns="25400" rtlCol="0" anchor="t">
            <a:normAutofit/>
          </a:bodyPr>
          <a:lstStyle/>
          <a:p>
            <a:pPr marL="0" indent="0" algn="l">
              <a:lnSpc>
                <a:spcPct val="150000"/>
              </a:lnSpc>
              <a:buNone/>
            </a:pPr>
            <a:r>
              <a:rPr lang="en-US" sz="1950" b="1" dirty="0">
                <a:solidFill>
                  <a:srgbClr val="29ABE2"/>
                </a:solidFill>
                <a:latin typeface="Arial" pitchFamily="34" charset="0"/>
                <a:ea typeface="Arial" pitchFamily="34" charset="-122"/>
                <a:cs typeface="Arial" pitchFamily="34" charset="-120"/>
              </a:rPr>
              <a:t>▶</a:t>
            </a:r>
            <a:endParaRPr lang="en-US" sz="1950" dirty="0"/>
          </a:p>
        </p:txBody>
      </p:sp>
      <p:sp>
        <p:nvSpPr>
          <p:cNvPr id="14" name="Text 12"/>
          <p:cNvSpPr/>
          <p:nvPr/>
        </p:nvSpPr>
        <p:spPr>
          <a:xfrm>
            <a:off x="2402439" y="6509411"/>
            <a:ext cx="14392943" cy="2940229"/>
          </a:xfrm>
          <a:prstGeom prst="rect">
            <a:avLst/>
          </a:prstGeom>
          <a:noFill/>
          <a:ln/>
        </p:spPr>
        <p:txBody>
          <a:bodyPr wrap="square" lIns="25400" tIns="25400" rIns="25400" bIns="25400" rtlCol="0" anchor="t">
            <a:normAutofit/>
          </a:bodyPr>
          <a:lstStyle/>
          <a:p>
            <a:pPr marL="0" indent="0" algn="l">
              <a:lnSpc>
                <a:spcPct val="150000"/>
              </a:lnSpc>
              <a:buNone/>
            </a:pPr>
            <a:r>
              <a:rPr lang="en-US" sz="2800" dirty="0">
                <a:solidFill>
                  <a:srgbClr val="1A1A1A"/>
                </a:solidFill>
                <a:latin typeface="+mj-ea"/>
                <a:ea typeface="+mj-ea"/>
                <a:cs typeface="Arial" pitchFamily="34" charset="-120"/>
              </a:rPr>
              <a:t>閉鎖を除いた道路網で、各住民から最寄りの洪水対応避難所（19件）への経路を探索</a:t>
            </a:r>
          </a:p>
          <a:p>
            <a:pPr marL="0" indent="0" algn="l">
              <a:lnSpc>
                <a:spcPct val="150000"/>
              </a:lnSpc>
              <a:buNone/>
            </a:pPr>
            <a:r>
              <a:rPr lang="en-US" sz="2800" dirty="0">
                <a:solidFill>
                  <a:srgbClr val="1A1A1A"/>
                </a:solidFill>
                <a:latin typeface="+mj-ea"/>
                <a:ea typeface="+mj-ea"/>
                <a:cs typeface="Arial" pitchFamily="34" charset="-120"/>
              </a:rPr>
              <a:t>（迂回路があれば採用）</a:t>
            </a:r>
          </a:p>
          <a:p>
            <a:pPr marL="0" indent="0">
              <a:lnSpc>
                <a:spcPct val="150000"/>
              </a:lnSpc>
              <a:buNone/>
            </a:pPr>
            <a:r>
              <a:rPr lang="ja-JP" altLang="en-US" sz="2800" dirty="0">
                <a:latin typeface="BIZ UDゴシック" panose="020B0400000000000000" pitchFamily="49" charset="-128"/>
                <a:ea typeface="BIZ UDゴシック" panose="020B0400000000000000" pitchFamily="49" charset="-128"/>
              </a:rPr>
              <a:t>いずれの避難所にも経路が無い住民を避難困難者とし、経路の有無で機械的に判定 する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33500" y="-1714500"/>
            <a:ext cx="4953000" cy="4572000"/>
          </a:xfrm>
          <a:prstGeom prst="ellipse">
            <a:avLst/>
          </a:prstGeom>
          <a:gradFill rotWithShape="1">
            <a:gsLst>
              <a:gs pos="0">
                <a:srgbClr val="29ABE2">
                  <a:alpha val="16000"/>
                </a:srgbClr>
              </a:gs>
              <a:gs pos="100000">
                <a:srgbClr val="A8DCF0">
                  <a:alpha val="16000"/>
                </a:srgbClr>
              </a:gs>
            </a:gsLst>
            <a:lin ang="2700000" scaled="0"/>
          </a:gradFill>
          <a:ln/>
        </p:spPr>
        <p:txBody>
          <a:bodyPr/>
          <a:lstStyle/>
          <a:p>
            <a:endParaRPr lang="ja-JP" altLang="en-US"/>
          </a:p>
        </p:txBody>
      </p:sp>
      <p:sp>
        <p:nvSpPr>
          <p:cNvPr id="3" name="Shape 1"/>
          <p:cNvSpPr/>
          <p:nvPr/>
        </p:nvSpPr>
        <p:spPr>
          <a:xfrm>
            <a:off x="16002000" y="1905000"/>
            <a:ext cx="4191000" cy="5524500"/>
          </a:xfrm>
          <a:prstGeom prst="ellipse">
            <a:avLst/>
          </a:prstGeom>
          <a:gradFill rotWithShape="1">
            <a:gsLst>
              <a:gs pos="0">
                <a:srgbClr val="A8DCF0">
                  <a:alpha val="12000"/>
                </a:srgbClr>
              </a:gs>
              <a:gs pos="100000">
                <a:srgbClr val="29ABE2">
                  <a:alpha val="12000"/>
                </a:srgbClr>
              </a:gs>
            </a:gsLst>
            <a:lin ang="4200000" scaled="0"/>
          </a:gradFill>
          <a:ln/>
        </p:spPr>
        <p:txBody>
          <a:bodyPr/>
          <a:lstStyle/>
          <a:p>
            <a:endParaRPr lang="ja-JP" altLang="en-US"/>
          </a:p>
        </p:txBody>
      </p:sp>
      <p:sp>
        <p:nvSpPr>
          <p:cNvPr id="4" name="Text 2"/>
          <p:cNvSpPr/>
          <p:nvPr/>
        </p:nvSpPr>
        <p:spPr>
          <a:xfrm>
            <a:off x="342900" y="609600"/>
            <a:ext cx="17602200" cy="450850"/>
          </a:xfrm>
          <a:prstGeom prst="rect">
            <a:avLst/>
          </a:prstGeom>
          <a:noFill/>
          <a:ln/>
        </p:spPr>
        <p:txBody>
          <a:bodyPr wrap="square" lIns="25400" tIns="25400" rIns="25400" bIns="25400" rtlCol="0" anchor="t">
            <a:normAutofit/>
          </a:bodyPr>
          <a:lstStyle/>
          <a:p>
            <a:pPr marL="0" indent="0" algn="ctr">
              <a:buNone/>
            </a:pPr>
            <a:r>
              <a:rPr lang="en-US" sz="2250" b="1" kern="0" spc="90" dirty="0">
                <a:solidFill>
                  <a:srgbClr val="29ABE2"/>
                </a:solidFill>
                <a:latin typeface="Arial" pitchFamily="34" charset="0"/>
                <a:ea typeface="Arial" pitchFamily="34" charset="-122"/>
                <a:cs typeface="Arial" pitchFamily="34" charset="-120"/>
              </a:rPr>
              <a:t>··············· [ </a:t>
            </a:r>
            <a:r>
              <a:rPr lang="en-US" sz="2250" b="1" kern="0" spc="90" dirty="0" err="1">
                <a:solidFill>
                  <a:srgbClr val="111111"/>
                </a:solidFill>
                <a:latin typeface="Arial" pitchFamily="34" charset="0"/>
                <a:ea typeface="Arial" pitchFamily="34" charset="-122"/>
                <a:cs typeface="Arial" pitchFamily="34" charset="-120"/>
              </a:rPr>
              <a:t>主な使用データと組み合わせ</a:t>
            </a:r>
            <a:r>
              <a:rPr lang="en-US" sz="2250" b="1" kern="0" spc="90" dirty="0">
                <a:solidFill>
                  <a:srgbClr val="111111"/>
                </a:solidFill>
                <a:latin typeface="Arial" pitchFamily="34" charset="0"/>
                <a:ea typeface="Arial" pitchFamily="34" charset="-122"/>
                <a:cs typeface="Arial" pitchFamily="34" charset="-120"/>
              </a:rPr>
              <a:t> </a:t>
            </a:r>
            <a:r>
              <a:rPr lang="en-US" sz="2250" b="1" kern="0" spc="90" dirty="0">
                <a:solidFill>
                  <a:srgbClr val="29ABE2"/>
                </a:solidFill>
                <a:latin typeface="Arial" pitchFamily="34" charset="0"/>
                <a:ea typeface="Arial" pitchFamily="34" charset="-122"/>
                <a:cs typeface="Arial" pitchFamily="34" charset="-120"/>
              </a:rPr>
              <a:t>] ···············</a:t>
            </a:r>
            <a:endParaRPr lang="en-US" sz="2250" dirty="0"/>
          </a:p>
        </p:txBody>
      </p:sp>
      <p:pic>
        <p:nvPicPr>
          <p:cNvPr id="18" name="図 17">
            <a:extLst>
              <a:ext uri="{FF2B5EF4-FFF2-40B4-BE49-F238E27FC236}">
                <a16:creationId xmlns:a16="http://schemas.microsoft.com/office/drawing/2014/main" id="{03130688-4A6B-B7B7-315C-C7504F7F62C4}"/>
              </a:ext>
            </a:extLst>
          </p:cNvPr>
          <p:cNvPicPr>
            <a:picLocks noChangeAspect="1"/>
          </p:cNvPicPr>
          <p:nvPr/>
        </p:nvPicPr>
        <p:blipFill>
          <a:blip r:embed="rId3"/>
          <a:stretch>
            <a:fillRect/>
          </a:stretch>
        </p:blipFill>
        <p:spPr>
          <a:xfrm>
            <a:off x="638524" y="1207008"/>
            <a:ext cx="17306576" cy="87497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33500" y="-1714500"/>
            <a:ext cx="4953000" cy="4572000"/>
          </a:xfrm>
          <a:prstGeom prst="ellipse">
            <a:avLst/>
          </a:prstGeom>
          <a:gradFill rotWithShape="1">
            <a:gsLst>
              <a:gs pos="0">
                <a:srgbClr val="29ABE2">
                  <a:alpha val="16000"/>
                </a:srgbClr>
              </a:gs>
              <a:gs pos="100000">
                <a:srgbClr val="A8DCF0">
                  <a:alpha val="16000"/>
                </a:srgbClr>
              </a:gs>
            </a:gsLst>
            <a:lin ang="2700000" scaled="0"/>
          </a:gradFill>
          <a:ln/>
        </p:spPr>
        <p:txBody>
          <a:bodyPr/>
          <a:lstStyle/>
          <a:p>
            <a:endParaRPr lang="ja-JP" altLang="en-US"/>
          </a:p>
        </p:txBody>
      </p:sp>
      <p:sp>
        <p:nvSpPr>
          <p:cNvPr id="3" name="Shape 1"/>
          <p:cNvSpPr/>
          <p:nvPr/>
        </p:nvSpPr>
        <p:spPr>
          <a:xfrm>
            <a:off x="16002000" y="1905000"/>
            <a:ext cx="4191000" cy="5524500"/>
          </a:xfrm>
          <a:prstGeom prst="ellipse">
            <a:avLst/>
          </a:prstGeom>
          <a:gradFill rotWithShape="1">
            <a:gsLst>
              <a:gs pos="0">
                <a:srgbClr val="A8DCF0">
                  <a:alpha val="12000"/>
                </a:srgbClr>
              </a:gs>
              <a:gs pos="100000">
                <a:srgbClr val="29ABE2">
                  <a:alpha val="12000"/>
                </a:srgbClr>
              </a:gs>
            </a:gsLst>
            <a:lin ang="4200000" scaled="0"/>
          </a:gradFill>
          <a:ln/>
        </p:spPr>
        <p:txBody>
          <a:bodyPr/>
          <a:lstStyle/>
          <a:p>
            <a:endParaRPr lang="ja-JP" altLang="en-US"/>
          </a:p>
        </p:txBody>
      </p:sp>
      <p:sp>
        <p:nvSpPr>
          <p:cNvPr id="4" name="Text 2"/>
          <p:cNvSpPr/>
          <p:nvPr/>
        </p:nvSpPr>
        <p:spPr>
          <a:xfrm>
            <a:off x="342900" y="609600"/>
            <a:ext cx="17602200" cy="450850"/>
          </a:xfrm>
          <a:prstGeom prst="rect">
            <a:avLst/>
          </a:prstGeom>
          <a:noFill/>
          <a:ln/>
        </p:spPr>
        <p:txBody>
          <a:bodyPr wrap="square" lIns="25400" tIns="25400" rIns="25400" bIns="25400" rtlCol="0" anchor="t">
            <a:normAutofit/>
          </a:bodyPr>
          <a:lstStyle/>
          <a:p>
            <a:pPr marL="0" indent="0" algn="ctr">
              <a:buNone/>
            </a:pPr>
            <a:r>
              <a:rPr lang="en-US" sz="2250" b="1" kern="0" spc="90" dirty="0">
                <a:solidFill>
                  <a:srgbClr val="29ABE2"/>
                </a:solidFill>
                <a:latin typeface="Arial" pitchFamily="34" charset="0"/>
                <a:ea typeface="Arial" pitchFamily="34" charset="-122"/>
                <a:cs typeface="Arial" pitchFamily="34" charset="-120"/>
              </a:rPr>
              <a:t>··········· [ </a:t>
            </a:r>
            <a:r>
              <a:rPr lang="en-US" sz="2250" b="1" kern="0" spc="90" dirty="0">
                <a:solidFill>
                  <a:srgbClr val="111111"/>
                </a:solidFill>
                <a:latin typeface="Arial" pitchFamily="34" charset="0"/>
                <a:ea typeface="Arial" pitchFamily="34" charset="-122"/>
                <a:cs typeface="Arial" pitchFamily="34" charset="-120"/>
              </a:rPr>
              <a:t>静的推計からわかること／動的の必要性 </a:t>
            </a:r>
            <a:r>
              <a:rPr lang="en-US" sz="2250" b="1" kern="0" spc="90" dirty="0">
                <a:solidFill>
                  <a:srgbClr val="29ABE2"/>
                </a:solidFill>
                <a:latin typeface="Arial" pitchFamily="34" charset="0"/>
                <a:ea typeface="Arial" pitchFamily="34" charset="-122"/>
                <a:cs typeface="Arial" pitchFamily="34" charset="-120"/>
              </a:rPr>
              <a:t>] ···········</a:t>
            </a:r>
            <a:endParaRPr lang="en-US" sz="2250" dirty="0"/>
          </a:p>
        </p:txBody>
      </p:sp>
      <p:sp>
        <p:nvSpPr>
          <p:cNvPr id="5" name="Shape 3"/>
          <p:cNvSpPr/>
          <p:nvPr/>
        </p:nvSpPr>
        <p:spPr>
          <a:xfrm>
            <a:off x="1143000" y="1270000"/>
            <a:ext cx="7603232" cy="8255000"/>
          </a:xfrm>
          <a:prstGeom prst="roundRect">
            <a:avLst>
              <a:gd name="adj" fmla="val 752"/>
            </a:avLst>
          </a:prstGeom>
          <a:solidFill>
            <a:srgbClr val="FFFFFF"/>
          </a:solidFill>
          <a:ln w="12700">
            <a:solidFill>
              <a:srgbClr val="CDD8E3"/>
            </a:solidFill>
            <a:prstDash val="solid"/>
          </a:ln>
        </p:spPr>
        <p:txBody>
          <a:bodyPr/>
          <a:lstStyle/>
          <a:p>
            <a:endParaRPr lang="ja-JP" altLang="en-US"/>
          </a:p>
        </p:txBody>
      </p:sp>
      <p:sp>
        <p:nvSpPr>
          <p:cNvPr id="6" name="Text 4"/>
          <p:cNvSpPr/>
          <p:nvPr/>
        </p:nvSpPr>
        <p:spPr>
          <a:xfrm>
            <a:off x="1536700" y="1622425"/>
            <a:ext cx="3169444" cy="387350"/>
          </a:xfrm>
          <a:prstGeom prst="rect">
            <a:avLst/>
          </a:prstGeom>
          <a:noFill/>
          <a:ln/>
        </p:spPr>
        <p:txBody>
          <a:bodyPr wrap="square" lIns="25400" tIns="25400" rIns="25400" bIns="25400" rtlCol="0" anchor="t">
            <a:normAutofit/>
          </a:bodyPr>
          <a:lstStyle/>
          <a:p>
            <a:pPr marL="0" indent="0" algn="l">
              <a:buNone/>
            </a:pPr>
            <a:r>
              <a:rPr lang="en-US" sz="1875" b="1" kern="0" spc="188" dirty="0">
                <a:solidFill>
                  <a:srgbClr val="1A1A1A"/>
                </a:solidFill>
                <a:latin typeface="Arial" pitchFamily="34" charset="0"/>
                <a:ea typeface="Arial" pitchFamily="34" charset="-122"/>
                <a:cs typeface="Arial" pitchFamily="34" charset="-120"/>
              </a:rPr>
              <a:t>静的推計でわかったこと</a:t>
            </a:r>
            <a:endParaRPr lang="en-US" sz="1875" dirty="0"/>
          </a:p>
        </p:txBody>
      </p:sp>
      <p:sp>
        <p:nvSpPr>
          <p:cNvPr id="7" name="Shape 5"/>
          <p:cNvSpPr/>
          <p:nvPr/>
        </p:nvSpPr>
        <p:spPr>
          <a:xfrm>
            <a:off x="4551363" y="1587500"/>
            <a:ext cx="2146300" cy="419100"/>
          </a:xfrm>
          <a:prstGeom prst="roundRect">
            <a:avLst>
              <a:gd name="adj" fmla="val 45455"/>
            </a:avLst>
          </a:prstGeom>
          <a:solidFill>
            <a:srgbClr val="EAF6FC"/>
          </a:solidFill>
          <a:ln w="6350">
            <a:solidFill>
              <a:srgbClr val="A8DCF0"/>
            </a:solidFill>
            <a:prstDash val="solid"/>
          </a:ln>
        </p:spPr>
        <p:txBody>
          <a:bodyPr/>
          <a:lstStyle/>
          <a:p>
            <a:endParaRPr lang="ja-JP" altLang="en-US"/>
          </a:p>
        </p:txBody>
      </p:sp>
      <p:sp>
        <p:nvSpPr>
          <p:cNvPr id="8" name="Text 6"/>
          <p:cNvSpPr/>
          <p:nvPr/>
        </p:nvSpPr>
        <p:spPr>
          <a:xfrm>
            <a:off x="4710113" y="1631950"/>
            <a:ext cx="1905000" cy="368300"/>
          </a:xfrm>
          <a:prstGeom prst="rect">
            <a:avLst/>
          </a:prstGeom>
          <a:noFill/>
          <a:ln/>
        </p:spPr>
        <p:txBody>
          <a:bodyPr wrap="square" lIns="25400" tIns="25400" rIns="25400" bIns="25400" rtlCol="0" anchor="t">
            <a:normAutofit/>
          </a:bodyPr>
          <a:lstStyle/>
          <a:p>
            <a:pPr marL="0" indent="0" algn="l">
              <a:buNone/>
            </a:pPr>
            <a:r>
              <a:rPr lang="en-US" sz="1800" b="1" dirty="0">
                <a:solidFill>
                  <a:srgbClr val="1B7CB0"/>
                </a:solidFill>
                <a:latin typeface="Arial" pitchFamily="34" charset="0"/>
                <a:ea typeface="Arial" pitchFamily="34" charset="-122"/>
                <a:cs typeface="Arial" pitchFamily="34" charset="-120"/>
              </a:rPr>
              <a:t>常総市・実装済み</a:t>
            </a:r>
            <a:endParaRPr lang="en-US" sz="1800" dirty="0"/>
          </a:p>
        </p:txBody>
      </p:sp>
      <p:sp>
        <p:nvSpPr>
          <p:cNvPr id="9" name="Shape 7"/>
          <p:cNvSpPr/>
          <p:nvPr/>
        </p:nvSpPr>
        <p:spPr>
          <a:xfrm>
            <a:off x="1536700" y="2197100"/>
            <a:ext cx="3322141" cy="2184400"/>
          </a:xfrm>
          <a:prstGeom prst="roundRect">
            <a:avLst>
              <a:gd name="adj" fmla="val 3488"/>
            </a:avLst>
          </a:prstGeom>
          <a:solidFill>
            <a:srgbClr val="EAF6FC"/>
          </a:solidFill>
          <a:ln w="12700">
            <a:solidFill>
              <a:srgbClr val="29ABE2"/>
            </a:solidFill>
            <a:prstDash val="solid"/>
          </a:ln>
        </p:spPr>
        <p:txBody>
          <a:bodyPr/>
          <a:lstStyle/>
          <a:p>
            <a:endParaRPr lang="ja-JP" altLang="en-US"/>
          </a:p>
        </p:txBody>
      </p:sp>
      <p:sp>
        <p:nvSpPr>
          <p:cNvPr id="10" name="Text 8"/>
          <p:cNvSpPr/>
          <p:nvPr/>
        </p:nvSpPr>
        <p:spPr>
          <a:xfrm>
            <a:off x="1758950" y="2400300"/>
            <a:ext cx="3165406" cy="368300"/>
          </a:xfrm>
          <a:prstGeom prst="rect">
            <a:avLst/>
          </a:prstGeom>
          <a:noFill/>
          <a:ln/>
        </p:spPr>
        <p:txBody>
          <a:bodyPr wrap="square" lIns="25400" tIns="25400" rIns="25400" bIns="25400" rtlCol="0" anchor="t">
            <a:normAutofit/>
          </a:bodyPr>
          <a:lstStyle/>
          <a:p>
            <a:pPr marL="0" indent="0" algn="l">
              <a:buNone/>
            </a:pPr>
            <a:r>
              <a:rPr lang="en-US" sz="1800" b="1" dirty="0">
                <a:solidFill>
                  <a:srgbClr val="1B7CB0"/>
                </a:solidFill>
                <a:latin typeface="Arial" pitchFamily="34" charset="0"/>
                <a:ea typeface="Arial" pitchFamily="34" charset="-122"/>
                <a:cs typeface="Arial" pitchFamily="34" charset="-120"/>
              </a:rPr>
              <a:t>避難所に到達できない</a:t>
            </a:r>
            <a:endParaRPr lang="en-US" sz="1800" dirty="0"/>
          </a:p>
        </p:txBody>
      </p:sp>
      <p:sp>
        <p:nvSpPr>
          <p:cNvPr id="11" name="Text 9"/>
          <p:cNvSpPr/>
          <p:nvPr/>
        </p:nvSpPr>
        <p:spPr>
          <a:xfrm>
            <a:off x="1758950" y="2768600"/>
            <a:ext cx="997942" cy="5905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350" b="1" dirty="0">
                <a:solidFill>
                  <a:srgbClr val="29ABE2"/>
                </a:solidFill>
                <a:latin typeface="Arial" pitchFamily="34" charset="0"/>
                <a:ea typeface="Arial" pitchFamily="34" charset="-122"/>
                <a:cs typeface="Arial" pitchFamily="34" charset="-120"/>
              </a:rPr>
              <a:t>952</a:t>
            </a:r>
            <a:endParaRPr lang="en-US" sz="4350" dirty="0"/>
          </a:p>
        </p:txBody>
      </p:sp>
      <p:sp>
        <p:nvSpPr>
          <p:cNvPr id="12" name="Text 10"/>
          <p:cNvSpPr/>
          <p:nvPr/>
        </p:nvSpPr>
        <p:spPr>
          <a:xfrm>
            <a:off x="2756892" y="2952750"/>
            <a:ext cx="323850" cy="393700"/>
          </a:xfrm>
          <a:prstGeom prst="rect">
            <a:avLst/>
          </a:prstGeom>
          <a:noFill/>
          <a:ln/>
        </p:spPr>
        <p:txBody>
          <a:bodyPr wrap="square" lIns="25400" tIns="25400" rIns="25400" bIns="25400" rtlCol="0" anchor="t">
            <a:normAutofit/>
          </a:bodyPr>
          <a:lstStyle/>
          <a:p>
            <a:pPr marL="0" indent="0" algn="l">
              <a:buNone/>
            </a:pPr>
            <a:r>
              <a:rPr lang="en-US" sz="1950" b="1" dirty="0">
                <a:solidFill>
                  <a:srgbClr val="1A1A1A"/>
                </a:solidFill>
                <a:latin typeface="Arial" pitchFamily="34" charset="0"/>
                <a:ea typeface="Arial" pitchFamily="34" charset="-122"/>
                <a:cs typeface="Arial" pitchFamily="34" charset="-120"/>
              </a:rPr>
              <a:t>人</a:t>
            </a:r>
            <a:endParaRPr lang="en-US" sz="1950" dirty="0"/>
          </a:p>
        </p:txBody>
      </p:sp>
      <p:sp>
        <p:nvSpPr>
          <p:cNvPr id="13" name="Text 11"/>
          <p:cNvSpPr/>
          <p:nvPr/>
        </p:nvSpPr>
        <p:spPr>
          <a:xfrm>
            <a:off x="1758950" y="3378200"/>
            <a:ext cx="2963971" cy="698500"/>
          </a:xfrm>
          <a:prstGeom prst="rect">
            <a:avLst/>
          </a:prstGeom>
          <a:noFill/>
          <a:ln/>
        </p:spPr>
        <p:txBody>
          <a:bodyPr wrap="square" lIns="25400" tIns="25400" rIns="25400" bIns="25400" rtlCol="0" anchor="t">
            <a:normAutofit/>
          </a:bodyPr>
          <a:lstStyle/>
          <a:p>
            <a:pPr marL="0" indent="0" algn="l">
              <a:buNone/>
            </a:pPr>
            <a:r>
              <a:rPr lang="en-US" sz="1800" dirty="0">
                <a:solidFill>
                  <a:srgbClr val="5A6873"/>
                </a:solidFill>
                <a:latin typeface="Arial" pitchFamily="34" charset="0"/>
                <a:ea typeface="Arial" pitchFamily="34" charset="-122"/>
                <a:cs typeface="Arial" pitchFamily="34" charset="-120"/>
              </a:rPr>
              <a:t>うち高齢者 223人／17メッシュ</a:t>
            </a:r>
            <a:endParaRPr lang="en-US" sz="1800" dirty="0"/>
          </a:p>
        </p:txBody>
      </p:sp>
      <p:sp>
        <p:nvSpPr>
          <p:cNvPr id="14" name="Shape 12"/>
          <p:cNvSpPr/>
          <p:nvPr/>
        </p:nvSpPr>
        <p:spPr>
          <a:xfrm>
            <a:off x="5030292" y="2197100"/>
            <a:ext cx="3322241" cy="2184400"/>
          </a:xfrm>
          <a:prstGeom prst="roundRect">
            <a:avLst>
              <a:gd name="adj" fmla="val 3488"/>
            </a:avLst>
          </a:prstGeom>
          <a:solidFill>
            <a:srgbClr val="F4F7FA"/>
          </a:solidFill>
          <a:ln w="12700">
            <a:solidFill>
              <a:srgbClr val="CDD8E3"/>
            </a:solidFill>
            <a:prstDash val="solid"/>
          </a:ln>
        </p:spPr>
        <p:txBody>
          <a:bodyPr/>
          <a:lstStyle/>
          <a:p>
            <a:endParaRPr lang="ja-JP" altLang="en-US"/>
          </a:p>
        </p:txBody>
      </p:sp>
      <p:sp>
        <p:nvSpPr>
          <p:cNvPr id="15" name="Text 13"/>
          <p:cNvSpPr/>
          <p:nvPr/>
        </p:nvSpPr>
        <p:spPr>
          <a:xfrm>
            <a:off x="5252542" y="2400300"/>
            <a:ext cx="3165515" cy="368300"/>
          </a:xfrm>
          <a:prstGeom prst="rect">
            <a:avLst/>
          </a:prstGeom>
          <a:noFill/>
          <a:ln/>
        </p:spPr>
        <p:txBody>
          <a:bodyPr wrap="square" lIns="25400" tIns="25400" rIns="25400" bIns="25400" rtlCol="0" anchor="t">
            <a:normAutofit/>
          </a:bodyPr>
          <a:lstStyle/>
          <a:p>
            <a:pPr marL="0" indent="0" algn="l">
              <a:buNone/>
            </a:pPr>
            <a:r>
              <a:rPr lang="en-US" sz="1800" b="1" dirty="0">
                <a:solidFill>
                  <a:srgbClr val="5A6873"/>
                </a:solidFill>
                <a:latin typeface="Arial" pitchFamily="34" charset="0"/>
                <a:ea typeface="Arial" pitchFamily="34" charset="-122"/>
                <a:cs typeface="Arial" pitchFamily="34" charset="-120"/>
              </a:rPr>
              <a:t>算出の前提</a:t>
            </a:r>
            <a:endParaRPr lang="en-US" sz="1800" dirty="0"/>
          </a:p>
        </p:txBody>
      </p:sp>
      <p:sp>
        <p:nvSpPr>
          <p:cNvPr id="16" name="Text 14"/>
          <p:cNvSpPr/>
          <p:nvPr/>
        </p:nvSpPr>
        <p:spPr>
          <a:xfrm>
            <a:off x="5252542" y="2806700"/>
            <a:ext cx="2964073" cy="1409700"/>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1A1A1A"/>
                </a:solidFill>
                <a:latin typeface="Arial" pitchFamily="34" charset="0"/>
                <a:ea typeface="Arial" pitchFamily="34" charset="-122"/>
                <a:cs typeface="Arial" pitchFamily="34" charset="-120"/>
              </a:rPr>
              <a:t>出発地40メッシュ・人口2,257人 避難所19件／累積閉鎖764エッジ</a:t>
            </a:r>
            <a:endParaRPr lang="en-US" sz="1800" dirty="0"/>
          </a:p>
        </p:txBody>
      </p:sp>
      <p:sp>
        <p:nvSpPr>
          <p:cNvPr id="17" name="Shape 15"/>
          <p:cNvSpPr/>
          <p:nvPr/>
        </p:nvSpPr>
        <p:spPr>
          <a:xfrm>
            <a:off x="1536700" y="4572000"/>
            <a:ext cx="6815832" cy="1104900"/>
          </a:xfrm>
          <a:prstGeom prst="roundRect">
            <a:avLst>
              <a:gd name="adj" fmla="val 6897"/>
            </a:avLst>
          </a:prstGeom>
          <a:solidFill>
            <a:srgbClr val="FBF4EC"/>
          </a:solidFill>
          <a:ln w="12700">
            <a:solidFill>
              <a:srgbClr val="E6C79B"/>
            </a:solidFill>
            <a:prstDash val="solid"/>
          </a:ln>
        </p:spPr>
        <p:txBody>
          <a:bodyPr/>
          <a:lstStyle/>
          <a:p>
            <a:endParaRPr lang="ja-JP" altLang="en-US"/>
          </a:p>
        </p:txBody>
      </p:sp>
      <p:sp>
        <p:nvSpPr>
          <p:cNvPr id="18" name="Text 16"/>
          <p:cNvSpPr/>
          <p:nvPr/>
        </p:nvSpPr>
        <p:spPr>
          <a:xfrm>
            <a:off x="1758950" y="4756150"/>
            <a:ext cx="304800" cy="368300"/>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Arial" pitchFamily="34" charset="0"/>
                <a:ea typeface="Arial" pitchFamily="34" charset="-122"/>
                <a:cs typeface="Arial" pitchFamily="34" charset="-120"/>
              </a:rPr>
              <a:t>⚠</a:t>
            </a:r>
            <a:endParaRPr lang="en-US" sz="1800" dirty="0"/>
          </a:p>
        </p:txBody>
      </p:sp>
      <p:sp>
        <p:nvSpPr>
          <p:cNvPr id="19" name="Text 17"/>
          <p:cNvSpPr/>
          <p:nvPr/>
        </p:nvSpPr>
        <p:spPr>
          <a:xfrm>
            <a:off x="2120900" y="4756150"/>
            <a:ext cx="6189663" cy="7747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1A1A1A"/>
                </a:solidFill>
                <a:latin typeface="Arial" pitchFamily="34" charset="0"/>
                <a:ea typeface="Arial" pitchFamily="34" charset="-122"/>
                <a:cs typeface="Arial" pitchFamily="34" charset="-120"/>
              </a:rPr>
              <a:t>全閉鎖を一度に与えた</a:t>
            </a:r>
            <a:r>
              <a:rPr lang="en-US" sz="1800" b="1" dirty="0">
                <a:solidFill>
                  <a:srgbClr val="1A1A1A"/>
                </a:solidFill>
                <a:latin typeface="Arial" pitchFamily="34" charset="0"/>
                <a:ea typeface="Arial" pitchFamily="34" charset="-122"/>
                <a:cs typeface="Arial" pitchFamily="34" charset="-120"/>
              </a:rPr>
              <a:t>一回限りの経路探索 </a:t>
            </a:r>
            <a:r>
              <a:rPr lang="en-US" sz="1800" dirty="0">
                <a:solidFill>
                  <a:srgbClr val="1A1A1A"/>
                </a:solidFill>
                <a:latin typeface="Arial" pitchFamily="34" charset="0"/>
                <a:ea typeface="Arial" pitchFamily="34" charset="-122"/>
                <a:cs typeface="Arial" pitchFamily="34" charset="-120"/>
              </a:rPr>
              <a:t>のため、時間進行・渋滞・逃げ遅れの </a:t>
            </a:r>
            <a:r>
              <a:rPr lang="en-US" sz="1800" b="1" dirty="0">
                <a:solidFill>
                  <a:srgbClr val="1A1A1A"/>
                </a:solidFill>
                <a:latin typeface="Arial" pitchFamily="34" charset="0"/>
                <a:ea typeface="Arial" pitchFamily="34" charset="-122"/>
                <a:cs typeface="Arial" pitchFamily="34" charset="-120"/>
              </a:rPr>
              <a:t>「過程」は捉えられない</a:t>
            </a:r>
            <a:r>
              <a:rPr lang="en-US" sz="1800" dirty="0">
                <a:solidFill>
                  <a:srgbClr val="1A1A1A"/>
                </a:solidFill>
                <a:latin typeface="Arial" pitchFamily="34" charset="0"/>
                <a:ea typeface="Arial" pitchFamily="34" charset="-122"/>
                <a:cs typeface="Arial" pitchFamily="34" charset="-120"/>
              </a:rPr>
              <a:t>。</a:t>
            </a:r>
            <a:endParaRPr lang="en-US" sz="1800" dirty="0"/>
          </a:p>
        </p:txBody>
      </p:sp>
      <p:sp>
        <p:nvSpPr>
          <p:cNvPr id="20" name="Text 18"/>
          <p:cNvSpPr/>
          <p:nvPr/>
        </p:nvSpPr>
        <p:spPr>
          <a:xfrm>
            <a:off x="8708132" y="1270000"/>
            <a:ext cx="1196280" cy="8293100"/>
          </a:xfrm>
          <a:prstGeom prst="rect">
            <a:avLst/>
          </a:prstGeom>
          <a:noFill/>
          <a:ln/>
        </p:spPr>
        <p:txBody>
          <a:bodyPr wrap="square" lIns="25400" tIns="25400" rIns="25400" bIns="25400" rtlCol="0" anchor="ctr">
            <a:normAutofit/>
          </a:bodyPr>
          <a:lstStyle/>
          <a:p>
            <a:pPr marL="0" indent="0" algn="ctr">
              <a:buNone/>
            </a:pPr>
            <a:r>
              <a:rPr lang="en-US" sz="4800" dirty="0">
                <a:solidFill>
                  <a:srgbClr val="29ABE2"/>
                </a:solidFill>
                <a:latin typeface="Arial" pitchFamily="34" charset="0"/>
                <a:ea typeface="Arial" pitchFamily="34" charset="-122"/>
                <a:cs typeface="Arial" pitchFamily="34" charset="-120"/>
              </a:rPr>
              <a:t>→</a:t>
            </a:r>
            <a:endParaRPr lang="en-US" sz="4800" dirty="0"/>
          </a:p>
        </p:txBody>
      </p:sp>
      <p:sp>
        <p:nvSpPr>
          <p:cNvPr id="21" name="Shape 19"/>
          <p:cNvSpPr/>
          <p:nvPr/>
        </p:nvSpPr>
        <p:spPr>
          <a:xfrm>
            <a:off x="9866313" y="1270000"/>
            <a:ext cx="7278688" cy="8255000"/>
          </a:xfrm>
          <a:prstGeom prst="roundRect">
            <a:avLst>
              <a:gd name="adj" fmla="val 785"/>
            </a:avLst>
          </a:prstGeom>
          <a:solidFill>
            <a:srgbClr val="EAF6FC"/>
          </a:solidFill>
          <a:ln w="12700">
            <a:solidFill>
              <a:srgbClr val="29ABE2"/>
            </a:solidFill>
            <a:prstDash val="solid"/>
          </a:ln>
        </p:spPr>
        <p:txBody>
          <a:bodyPr/>
          <a:lstStyle/>
          <a:p>
            <a:endParaRPr lang="ja-JP" altLang="en-US"/>
          </a:p>
        </p:txBody>
      </p:sp>
      <p:sp>
        <p:nvSpPr>
          <p:cNvPr id="22" name="Text 20"/>
          <p:cNvSpPr/>
          <p:nvPr/>
        </p:nvSpPr>
        <p:spPr>
          <a:xfrm>
            <a:off x="10260013" y="1587500"/>
            <a:ext cx="7140416" cy="387350"/>
          </a:xfrm>
          <a:prstGeom prst="rect">
            <a:avLst/>
          </a:prstGeom>
          <a:noFill/>
          <a:ln/>
        </p:spPr>
        <p:txBody>
          <a:bodyPr wrap="square" lIns="25400" tIns="25400" rIns="25400" bIns="25400" rtlCol="0" anchor="t">
            <a:normAutofit/>
          </a:bodyPr>
          <a:lstStyle/>
          <a:p>
            <a:pPr marL="0" indent="0" algn="l">
              <a:buNone/>
            </a:pPr>
            <a:r>
              <a:rPr lang="en-US" sz="1875" b="1" kern="0" spc="188" dirty="0">
                <a:solidFill>
                  <a:srgbClr val="1A1A1A"/>
                </a:solidFill>
                <a:latin typeface="Arial" pitchFamily="34" charset="0"/>
                <a:ea typeface="Arial" pitchFamily="34" charset="-122"/>
                <a:cs typeface="Arial" pitchFamily="34" charset="-120"/>
              </a:rPr>
              <a:t>動的シミュレーションで補う</a:t>
            </a:r>
            <a:endParaRPr lang="en-US" sz="1875" dirty="0"/>
          </a:p>
        </p:txBody>
      </p:sp>
      <p:sp>
        <p:nvSpPr>
          <p:cNvPr id="23" name="Text 21"/>
          <p:cNvSpPr/>
          <p:nvPr/>
        </p:nvSpPr>
        <p:spPr>
          <a:xfrm>
            <a:off x="10260013" y="1993900"/>
            <a:ext cx="7140416" cy="368300"/>
          </a:xfrm>
          <a:prstGeom prst="rect">
            <a:avLst/>
          </a:prstGeom>
          <a:noFill/>
          <a:ln/>
        </p:spPr>
        <p:txBody>
          <a:bodyPr wrap="square" lIns="25400" tIns="25400" rIns="25400" bIns="25400" rtlCol="0" anchor="t">
            <a:normAutofit/>
          </a:bodyPr>
          <a:lstStyle/>
          <a:p>
            <a:pPr marL="0" indent="0" algn="l">
              <a:buNone/>
            </a:pPr>
            <a:r>
              <a:rPr lang="en-US" sz="1800" b="1" dirty="0">
                <a:solidFill>
                  <a:srgbClr val="1B7CB0"/>
                </a:solidFill>
                <a:latin typeface="Arial" pitchFamily="34" charset="0"/>
                <a:ea typeface="Arial" pitchFamily="34" charset="-122"/>
                <a:cs typeface="Arial" pitchFamily="34" charset="-120"/>
              </a:rPr>
              <a:t>今後実施</a:t>
            </a:r>
            <a:endParaRPr lang="en-US" sz="1800" dirty="0"/>
          </a:p>
        </p:txBody>
      </p:sp>
      <p:sp>
        <p:nvSpPr>
          <p:cNvPr id="24" name="Shape 22"/>
          <p:cNvSpPr/>
          <p:nvPr/>
        </p:nvSpPr>
        <p:spPr>
          <a:xfrm>
            <a:off x="10260013" y="2533650"/>
            <a:ext cx="304800" cy="304800"/>
          </a:xfrm>
          <a:prstGeom prst="ellipse">
            <a:avLst/>
          </a:prstGeom>
          <a:solidFill>
            <a:srgbClr val="29ABE2"/>
          </a:solidFill>
          <a:ln/>
        </p:spPr>
        <p:txBody>
          <a:bodyPr/>
          <a:lstStyle/>
          <a:p>
            <a:endParaRPr lang="ja-JP" altLang="en-US"/>
          </a:p>
        </p:txBody>
      </p:sp>
      <p:sp>
        <p:nvSpPr>
          <p:cNvPr id="25" name="Text 23"/>
          <p:cNvSpPr/>
          <p:nvPr/>
        </p:nvSpPr>
        <p:spPr>
          <a:xfrm>
            <a:off x="10221913" y="2533650"/>
            <a:ext cx="381000" cy="342900"/>
          </a:xfrm>
          <a:prstGeom prst="rect">
            <a:avLst/>
          </a:prstGeom>
          <a:noFill/>
          <a:ln/>
        </p:spPr>
        <p:txBody>
          <a:bodyPr wrap="square" lIns="25400" tIns="25400" rIns="25400" bIns="25400" rtlCol="0" anchor="ctr">
            <a:normAutofit fontScale="85000" lnSpcReduction="20000"/>
          </a:bodyPr>
          <a:lstStyle/>
          <a:p>
            <a:pPr marL="0" indent="0" algn="ctr">
              <a:lnSpc>
                <a:spcPct val="150000"/>
              </a:lnSpc>
              <a:buNone/>
            </a:pPr>
            <a:r>
              <a:rPr lang="en-US" sz="1875" b="1" dirty="0">
                <a:solidFill>
                  <a:srgbClr val="FFFFFF"/>
                </a:solidFill>
                <a:latin typeface="Arial" pitchFamily="34" charset="0"/>
                <a:ea typeface="Arial" pitchFamily="34" charset="-122"/>
                <a:cs typeface="Arial" pitchFamily="34" charset="-120"/>
              </a:rPr>
              <a:t>○</a:t>
            </a:r>
            <a:endParaRPr lang="en-US" sz="1875" dirty="0"/>
          </a:p>
        </p:txBody>
      </p:sp>
      <p:sp>
        <p:nvSpPr>
          <p:cNvPr id="26" name="Text 24"/>
          <p:cNvSpPr/>
          <p:nvPr/>
        </p:nvSpPr>
        <p:spPr>
          <a:xfrm>
            <a:off x="10717213" y="2533650"/>
            <a:ext cx="6215110" cy="7524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1A1A1A"/>
                </a:solidFill>
                <a:latin typeface="Arial" pitchFamily="34" charset="0"/>
                <a:ea typeface="Arial" pitchFamily="34" charset="-122"/>
                <a:cs typeface="Arial" pitchFamily="34" charset="-120"/>
              </a:rPr>
              <a:t>時刻別に道路を閉鎖し、走行中に進路を断たれた車が経路を取り直す</a:t>
            </a:r>
            <a:endParaRPr lang="en-US" sz="1875" dirty="0"/>
          </a:p>
        </p:txBody>
      </p:sp>
      <p:sp>
        <p:nvSpPr>
          <p:cNvPr id="27" name="Shape 25"/>
          <p:cNvSpPr/>
          <p:nvPr/>
        </p:nvSpPr>
        <p:spPr>
          <a:xfrm>
            <a:off x="10260013" y="3476625"/>
            <a:ext cx="304800" cy="304800"/>
          </a:xfrm>
          <a:prstGeom prst="ellipse">
            <a:avLst/>
          </a:prstGeom>
          <a:solidFill>
            <a:srgbClr val="29ABE2"/>
          </a:solidFill>
          <a:ln/>
        </p:spPr>
        <p:txBody>
          <a:bodyPr/>
          <a:lstStyle/>
          <a:p>
            <a:endParaRPr lang="ja-JP" altLang="en-US"/>
          </a:p>
        </p:txBody>
      </p:sp>
      <p:sp>
        <p:nvSpPr>
          <p:cNvPr id="28" name="Text 26"/>
          <p:cNvSpPr/>
          <p:nvPr/>
        </p:nvSpPr>
        <p:spPr>
          <a:xfrm>
            <a:off x="10221913" y="3476625"/>
            <a:ext cx="381000" cy="342900"/>
          </a:xfrm>
          <a:prstGeom prst="rect">
            <a:avLst/>
          </a:prstGeom>
          <a:noFill/>
          <a:ln/>
        </p:spPr>
        <p:txBody>
          <a:bodyPr wrap="square" lIns="25400" tIns="25400" rIns="25400" bIns="25400" rtlCol="0" anchor="ctr">
            <a:normAutofit fontScale="85000" lnSpcReduction="20000"/>
          </a:bodyPr>
          <a:lstStyle/>
          <a:p>
            <a:pPr marL="0" indent="0" algn="ctr">
              <a:lnSpc>
                <a:spcPct val="150000"/>
              </a:lnSpc>
              <a:buNone/>
            </a:pPr>
            <a:r>
              <a:rPr lang="en-US" sz="1875" b="1" dirty="0">
                <a:solidFill>
                  <a:srgbClr val="FFFFFF"/>
                </a:solidFill>
                <a:latin typeface="Arial" pitchFamily="34" charset="0"/>
                <a:ea typeface="Arial" pitchFamily="34" charset="-122"/>
                <a:cs typeface="Arial" pitchFamily="34" charset="-120"/>
              </a:rPr>
              <a:t>○</a:t>
            </a:r>
            <a:endParaRPr lang="en-US" sz="1875" dirty="0"/>
          </a:p>
        </p:txBody>
      </p:sp>
      <p:sp>
        <p:nvSpPr>
          <p:cNvPr id="29" name="Text 27"/>
          <p:cNvSpPr/>
          <p:nvPr/>
        </p:nvSpPr>
        <p:spPr>
          <a:xfrm>
            <a:off x="10717213" y="3476625"/>
            <a:ext cx="6215110" cy="7524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1A1A1A"/>
                </a:solidFill>
                <a:latin typeface="Arial" pitchFamily="34" charset="0"/>
                <a:ea typeface="Arial" pitchFamily="34" charset="-122"/>
                <a:cs typeface="Arial" pitchFamily="34" charset="-120"/>
              </a:rPr>
              <a:t>到着までの時間・主要避難路の渋滞・逃げ遅れを「過程」として把握</a:t>
            </a:r>
            <a:endParaRPr lang="en-US" sz="1875" dirty="0"/>
          </a:p>
        </p:txBody>
      </p:sp>
      <p:sp>
        <p:nvSpPr>
          <p:cNvPr id="30" name="Shape 28"/>
          <p:cNvSpPr/>
          <p:nvPr/>
        </p:nvSpPr>
        <p:spPr>
          <a:xfrm>
            <a:off x="10260013" y="4419600"/>
            <a:ext cx="304800" cy="304800"/>
          </a:xfrm>
          <a:prstGeom prst="ellipse">
            <a:avLst/>
          </a:prstGeom>
          <a:solidFill>
            <a:srgbClr val="29ABE2"/>
          </a:solidFill>
          <a:ln/>
        </p:spPr>
        <p:txBody>
          <a:bodyPr/>
          <a:lstStyle/>
          <a:p>
            <a:endParaRPr lang="ja-JP" altLang="en-US"/>
          </a:p>
        </p:txBody>
      </p:sp>
      <p:sp>
        <p:nvSpPr>
          <p:cNvPr id="31" name="Text 29"/>
          <p:cNvSpPr/>
          <p:nvPr/>
        </p:nvSpPr>
        <p:spPr>
          <a:xfrm>
            <a:off x="10221913" y="4419600"/>
            <a:ext cx="381000" cy="342900"/>
          </a:xfrm>
          <a:prstGeom prst="rect">
            <a:avLst/>
          </a:prstGeom>
          <a:noFill/>
          <a:ln/>
        </p:spPr>
        <p:txBody>
          <a:bodyPr wrap="square" lIns="25400" tIns="25400" rIns="25400" bIns="25400" rtlCol="0" anchor="ctr">
            <a:normAutofit fontScale="85000" lnSpcReduction="20000"/>
          </a:bodyPr>
          <a:lstStyle/>
          <a:p>
            <a:pPr marL="0" indent="0" algn="ctr">
              <a:lnSpc>
                <a:spcPct val="150000"/>
              </a:lnSpc>
              <a:buNone/>
            </a:pPr>
            <a:r>
              <a:rPr lang="en-US" sz="1875" b="1" dirty="0">
                <a:solidFill>
                  <a:srgbClr val="FFFFFF"/>
                </a:solidFill>
                <a:latin typeface="Arial" pitchFamily="34" charset="0"/>
                <a:ea typeface="Arial" pitchFamily="34" charset="-122"/>
                <a:cs typeface="Arial" pitchFamily="34" charset="-120"/>
              </a:rPr>
              <a:t>○</a:t>
            </a:r>
            <a:endParaRPr lang="en-US" sz="1875" dirty="0"/>
          </a:p>
        </p:txBody>
      </p:sp>
      <p:sp>
        <p:nvSpPr>
          <p:cNvPr id="32" name="Text 30"/>
          <p:cNvSpPr/>
          <p:nvPr/>
        </p:nvSpPr>
        <p:spPr>
          <a:xfrm>
            <a:off x="10717213" y="4419600"/>
            <a:ext cx="6215110" cy="7524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1A1A1A"/>
                </a:solidFill>
                <a:latin typeface="Arial" pitchFamily="34" charset="0"/>
                <a:ea typeface="Arial" pitchFamily="34" charset="-122"/>
                <a:cs typeface="Arial" pitchFamily="34" charset="-120"/>
              </a:rPr>
              <a:t>自家用車のみの基準シナリオを作り、デマンド交通バス活用と比較する土台にする</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3" name="Shape 21"/>
          <p:cNvSpPr/>
          <p:nvPr/>
        </p:nvSpPr>
        <p:spPr>
          <a:xfrm>
            <a:off x="12866390" y="1282199"/>
            <a:ext cx="3280470" cy="6879630"/>
          </a:xfrm>
          <a:prstGeom prst="roundRect">
            <a:avLst>
              <a:gd name="adj" fmla="val 1742"/>
            </a:avLst>
          </a:prstGeom>
          <a:solidFill>
            <a:srgbClr val="EAF6FC"/>
          </a:solidFill>
          <a:ln w="12700">
            <a:solidFill>
              <a:srgbClr val="29ABE2"/>
            </a:solidFill>
            <a:prstDash val="solid"/>
          </a:ln>
        </p:spPr>
        <p:txBody>
          <a:bodyPr/>
          <a:lstStyle/>
          <a:p>
            <a:endParaRPr lang="ja-JP" altLang="en-US"/>
          </a:p>
        </p:txBody>
      </p:sp>
      <p:sp>
        <p:nvSpPr>
          <p:cNvPr id="2" name="Shape 0"/>
          <p:cNvSpPr/>
          <p:nvPr/>
        </p:nvSpPr>
        <p:spPr>
          <a:xfrm>
            <a:off x="-1333500" y="-1714500"/>
            <a:ext cx="4953000" cy="4572000"/>
          </a:xfrm>
          <a:prstGeom prst="ellipse">
            <a:avLst/>
          </a:prstGeom>
          <a:gradFill rotWithShape="1">
            <a:gsLst>
              <a:gs pos="0">
                <a:srgbClr val="29ABE2">
                  <a:alpha val="16000"/>
                </a:srgbClr>
              </a:gs>
              <a:gs pos="100000">
                <a:srgbClr val="A8DCF0">
                  <a:alpha val="16000"/>
                </a:srgbClr>
              </a:gs>
            </a:gsLst>
            <a:lin ang="2700000" scaled="0"/>
          </a:gradFill>
          <a:ln/>
        </p:spPr>
        <p:txBody>
          <a:bodyPr/>
          <a:lstStyle/>
          <a:p>
            <a:endParaRPr lang="ja-JP" altLang="en-US"/>
          </a:p>
        </p:txBody>
      </p:sp>
      <p:sp>
        <p:nvSpPr>
          <p:cNvPr id="3" name="Shape 1"/>
          <p:cNvSpPr/>
          <p:nvPr/>
        </p:nvSpPr>
        <p:spPr>
          <a:xfrm>
            <a:off x="16002000" y="1905000"/>
            <a:ext cx="4191000" cy="5524500"/>
          </a:xfrm>
          <a:prstGeom prst="ellipse">
            <a:avLst/>
          </a:prstGeom>
          <a:gradFill rotWithShape="1">
            <a:gsLst>
              <a:gs pos="0">
                <a:srgbClr val="A8DCF0">
                  <a:alpha val="12000"/>
                </a:srgbClr>
              </a:gs>
              <a:gs pos="100000">
                <a:srgbClr val="29ABE2">
                  <a:alpha val="12000"/>
                </a:srgbClr>
              </a:gs>
            </a:gsLst>
            <a:lin ang="4200000" scaled="0"/>
          </a:gradFill>
          <a:ln/>
        </p:spPr>
        <p:txBody>
          <a:bodyPr/>
          <a:lstStyle/>
          <a:p>
            <a:endParaRPr lang="ja-JP" altLang="en-US"/>
          </a:p>
        </p:txBody>
      </p:sp>
      <p:sp>
        <p:nvSpPr>
          <p:cNvPr id="4" name="Text 2"/>
          <p:cNvSpPr/>
          <p:nvPr/>
        </p:nvSpPr>
        <p:spPr>
          <a:xfrm>
            <a:off x="342900" y="609600"/>
            <a:ext cx="17602200" cy="450850"/>
          </a:xfrm>
          <a:prstGeom prst="rect">
            <a:avLst/>
          </a:prstGeom>
          <a:noFill/>
          <a:ln/>
        </p:spPr>
        <p:txBody>
          <a:bodyPr wrap="square" lIns="25400" tIns="25400" rIns="25400" bIns="25400" rtlCol="0" anchor="t">
            <a:normAutofit/>
          </a:bodyPr>
          <a:lstStyle/>
          <a:p>
            <a:pPr marL="0" indent="0" algn="ctr">
              <a:buNone/>
            </a:pPr>
            <a:r>
              <a:rPr lang="en-US" sz="2250" b="1" kern="0" spc="90" dirty="0">
                <a:solidFill>
                  <a:srgbClr val="29ABE2"/>
                </a:solidFill>
                <a:latin typeface="Arial" pitchFamily="34" charset="0"/>
                <a:ea typeface="Arial" pitchFamily="34" charset="-122"/>
                <a:cs typeface="Arial" pitchFamily="34" charset="-120"/>
              </a:rPr>
              <a:t>···················· [ </a:t>
            </a:r>
            <a:r>
              <a:rPr lang="en-US" sz="2250" b="1" kern="0" spc="90" dirty="0">
                <a:solidFill>
                  <a:srgbClr val="111111"/>
                </a:solidFill>
                <a:latin typeface="Arial" pitchFamily="34" charset="0"/>
                <a:ea typeface="Arial" pitchFamily="34" charset="-122"/>
                <a:cs typeface="Arial" pitchFamily="34" charset="-120"/>
              </a:rPr>
              <a:t>今後の作業手順 </a:t>
            </a:r>
            <a:r>
              <a:rPr lang="en-US" sz="2250" b="1" kern="0" spc="90" dirty="0">
                <a:solidFill>
                  <a:srgbClr val="29ABE2"/>
                </a:solidFill>
                <a:latin typeface="Arial" pitchFamily="34" charset="0"/>
                <a:ea typeface="Arial" pitchFamily="34" charset="-122"/>
                <a:cs typeface="Arial" pitchFamily="34" charset="-120"/>
              </a:rPr>
              <a:t>] ····················</a:t>
            </a:r>
            <a:endParaRPr lang="en-US" sz="2250" dirty="0"/>
          </a:p>
        </p:txBody>
      </p:sp>
      <p:sp>
        <p:nvSpPr>
          <p:cNvPr id="5" name="Shape 3"/>
          <p:cNvSpPr/>
          <p:nvPr/>
        </p:nvSpPr>
        <p:spPr>
          <a:xfrm>
            <a:off x="2178796" y="1262815"/>
            <a:ext cx="3280470" cy="6879630"/>
          </a:xfrm>
          <a:prstGeom prst="roundRect">
            <a:avLst>
              <a:gd name="adj" fmla="val 1742"/>
            </a:avLst>
          </a:prstGeom>
          <a:solidFill>
            <a:srgbClr val="FFFFFF"/>
          </a:solidFill>
          <a:ln w="12700">
            <a:solidFill>
              <a:srgbClr val="CDD8E3"/>
            </a:solidFill>
            <a:prstDash val="solid"/>
          </a:ln>
        </p:spPr>
        <p:txBody>
          <a:bodyPr/>
          <a:lstStyle/>
          <a:p>
            <a:endParaRPr lang="ja-JP" altLang="en-US"/>
          </a:p>
        </p:txBody>
      </p:sp>
      <p:sp>
        <p:nvSpPr>
          <p:cNvPr id="6" name="Shape 4"/>
          <p:cNvSpPr/>
          <p:nvPr/>
        </p:nvSpPr>
        <p:spPr>
          <a:xfrm>
            <a:off x="3533231" y="1580315"/>
            <a:ext cx="571500" cy="571500"/>
          </a:xfrm>
          <a:prstGeom prst="ellipse">
            <a:avLst/>
          </a:prstGeom>
          <a:solidFill>
            <a:srgbClr val="29ABE2"/>
          </a:solidFill>
          <a:ln/>
        </p:spPr>
        <p:txBody>
          <a:bodyPr/>
          <a:lstStyle/>
          <a:p>
            <a:endParaRPr lang="ja-JP" altLang="en-US"/>
          </a:p>
        </p:txBody>
      </p:sp>
      <p:sp>
        <p:nvSpPr>
          <p:cNvPr id="7" name="Text 5"/>
          <p:cNvSpPr/>
          <p:nvPr/>
        </p:nvSpPr>
        <p:spPr>
          <a:xfrm>
            <a:off x="3495131" y="1580315"/>
            <a:ext cx="647700" cy="609600"/>
          </a:xfrm>
          <a:prstGeom prst="rect">
            <a:avLst/>
          </a:prstGeom>
          <a:noFill/>
          <a:ln/>
        </p:spPr>
        <p:txBody>
          <a:bodyPr wrap="square" lIns="25400" tIns="25400" rIns="25400" bIns="25400" rtlCol="0" anchor="ctr">
            <a:normAutofit/>
          </a:bodyPr>
          <a:lstStyle/>
          <a:p>
            <a:pPr marL="0" indent="0" algn="ctr">
              <a:buNone/>
            </a:pPr>
            <a:r>
              <a:rPr lang="en-US" sz="2250" b="1" dirty="0">
                <a:solidFill>
                  <a:srgbClr val="FFFFFF"/>
                </a:solidFill>
                <a:latin typeface="Arial" pitchFamily="34" charset="0"/>
                <a:ea typeface="Arial" pitchFamily="34" charset="-122"/>
                <a:cs typeface="Arial" pitchFamily="34" charset="-120"/>
              </a:rPr>
              <a:t>1</a:t>
            </a:r>
            <a:endParaRPr lang="en-US" sz="2250" dirty="0"/>
          </a:p>
        </p:txBody>
      </p:sp>
      <p:sp>
        <p:nvSpPr>
          <p:cNvPr id="8" name="Text 6"/>
          <p:cNvSpPr/>
          <p:nvPr/>
        </p:nvSpPr>
        <p:spPr>
          <a:xfrm>
            <a:off x="3033169" y="2361365"/>
            <a:ext cx="1571625" cy="450850"/>
          </a:xfrm>
          <a:prstGeom prst="rect">
            <a:avLst/>
          </a:prstGeom>
          <a:noFill/>
          <a:ln/>
        </p:spPr>
        <p:txBody>
          <a:bodyPr wrap="square" lIns="25400" tIns="25400" rIns="25400" bIns="25400" rtlCol="0" anchor="t">
            <a:normAutofit/>
          </a:bodyPr>
          <a:lstStyle/>
          <a:p>
            <a:pPr marL="0" indent="0" algn="ctr">
              <a:buNone/>
            </a:pPr>
            <a:r>
              <a:rPr lang="en-US" sz="2250" b="1" dirty="0">
                <a:solidFill>
                  <a:srgbClr val="1A1A1A"/>
                </a:solidFill>
                <a:latin typeface="Arial" pitchFamily="34" charset="0"/>
                <a:ea typeface="Arial" pitchFamily="34" charset="-122"/>
                <a:cs typeface="Arial" pitchFamily="34" charset="-120"/>
              </a:rPr>
              <a:t>データ整理</a:t>
            </a:r>
            <a:endParaRPr lang="en-US" sz="2250" dirty="0"/>
          </a:p>
        </p:txBody>
      </p:sp>
      <p:sp>
        <p:nvSpPr>
          <p:cNvPr id="9" name="Text 7"/>
          <p:cNvSpPr/>
          <p:nvPr/>
        </p:nvSpPr>
        <p:spPr>
          <a:xfrm>
            <a:off x="2417371" y="2926515"/>
            <a:ext cx="2803320" cy="746720"/>
          </a:xfrm>
          <a:prstGeom prst="rect">
            <a:avLst/>
          </a:prstGeom>
          <a:noFill/>
          <a:ln/>
        </p:spPr>
        <p:txBody>
          <a:bodyPr wrap="square" lIns="25400" tIns="25400" rIns="25400" bIns="25400" rtlCol="0" anchor="t">
            <a:normAutofit fontScale="92500" lnSpcReduction="20000"/>
          </a:bodyPr>
          <a:lstStyle/>
          <a:p>
            <a:pPr marL="0" indent="0" algn="ctr">
              <a:lnSpc>
                <a:spcPct val="155000"/>
              </a:lnSpc>
              <a:buNone/>
            </a:pPr>
            <a:r>
              <a:rPr lang="en-US" sz="1800" dirty="0">
                <a:solidFill>
                  <a:srgbClr val="1A1A1A"/>
                </a:solidFill>
                <a:latin typeface="Arial" pitchFamily="34" charset="0"/>
                <a:ea typeface="Arial" pitchFamily="34" charset="-122"/>
                <a:cs typeface="Arial" pitchFamily="34" charset="-120"/>
              </a:rPr>
              <a:t>各データの定義・用途を整理する</a:t>
            </a:r>
            <a:endParaRPr lang="en-US" sz="1800" dirty="0"/>
          </a:p>
        </p:txBody>
      </p:sp>
      <p:sp>
        <p:nvSpPr>
          <p:cNvPr id="10" name="Text 8"/>
          <p:cNvSpPr/>
          <p:nvPr/>
        </p:nvSpPr>
        <p:spPr>
          <a:xfrm>
            <a:off x="5974559" y="1244099"/>
            <a:ext cx="1036241" cy="6917730"/>
          </a:xfrm>
          <a:prstGeom prst="rect">
            <a:avLst/>
          </a:prstGeom>
          <a:noFill/>
          <a:ln/>
        </p:spPr>
        <p:txBody>
          <a:bodyPr wrap="square" lIns="25400" tIns="25400" rIns="25400" bIns="25400" rtlCol="0" anchor="ctr">
            <a:normAutofit/>
          </a:bodyPr>
          <a:lstStyle/>
          <a:p>
            <a:pPr marL="0" indent="0" algn="ctr">
              <a:buNone/>
            </a:pPr>
            <a:r>
              <a:rPr lang="en-US" sz="3300" dirty="0">
                <a:solidFill>
                  <a:srgbClr val="A8DCF0"/>
                </a:solidFill>
                <a:latin typeface="Arial" pitchFamily="34" charset="0"/>
                <a:ea typeface="Arial" pitchFamily="34" charset="-122"/>
                <a:cs typeface="Arial" pitchFamily="34" charset="-120"/>
              </a:rPr>
              <a:t>▶</a:t>
            </a:r>
            <a:endParaRPr lang="en-US" sz="3300" dirty="0"/>
          </a:p>
        </p:txBody>
      </p:sp>
      <p:sp>
        <p:nvSpPr>
          <p:cNvPr id="11" name="Shape 9"/>
          <p:cNvSpPr/>
          <p:nvPr/>
        </p:nvSpPr>
        <p:spPr>
          <a:xfrm>
            <a:off x="7526093" y="1308100"/>
            <a:ext cx="3280470" cy="6879630"/>
          </a:xfrm>
          <a:prstGeom prst="roundRect">
            <a:avLst>
              <a:gd name="adj" fmla="val 1742"/>
            </a:avLst>
          </a:prstGeom>
          <a:solidFill>
            <a:srgbClr val="FFFFFF"/>
          </a:solidFill>
          <a:ln w="12700">
            <a:solidFill>
              <a:srgbClr val="CDD8E3"/>
            </a:solidFill>
            <a:prstDash val="solid"/>
          </a:ln>
        </p:spPr>
        <p:txBody>
          <a:bodyPr/>
          <a:lstStyle/>
          <a:p>
            <a:endParaRPr lang="ja-JP" altLang="en-US"/>
          </a:p>
        </p:txBody>
      </p:sp>
      <p:sp>
        <p:nvSpPr>
          <p:cNvPr id="12" name="Shape 10"/>
          <p:cNvSpPr/>
          <p:nvPr/>
        </p:nvSpPr>
        <p:spPr>
          <a:xfrm>
            <a:off x="8880529" y="1625600"/>
            <a:ext cx="571500" cy="571500"/>
          </a:xfrm>
          <a:prstGeom prst="ellipse">
            <a:avLst/>
          </a:prstGeom>
          <a:solidFill>
            <a:srgbClr val="29ABE2"/>
          </a:solidFill>
          <a:ln/>
        </p:spPr>
        <p:txBody>
          <a:bodyPr/>
          <a:lstStyle/>
          <a:p>
            <a:endParaRPr lang="ja-JP" altLang="en-US"/>
          </a:p>
        </p:txBody>
      </p:sp>
      <p:sp>
        <p:nvSpPr>
          <p:cNvPr id="13" name="Text 11"/>
          <p:cNvSpPr/>
          <p:nvPr/>
        </p:nvSpPr>
        <p:spPr>
          <a:xfrm>
            <a:off x="8842429" y="1625600"/>
            <a:ext cx="647700" cy="609600"/>
          </a:xfrm>
          <a:prstGeom prst="rect">
            <a:avLst/>
          </a:prstGeom>
          <a:noFill/>
          <a:ln/>
        </p:spPr>
        <p:txBody>
          <a:bodyPr wrap="square" lIns="25400" tIns="25400" rIns="25400" bIns="25400" rtlCol="0" anchor="ctr">
            <a:normAutofit/>
          </a:bodyPr>
          <a:lstStyle/>
          <a:p>
            <a:pPr marL="0" indent="0" algn="ctr">
              <a:buNone/>
            </a:pPr>
            <a:r>
              <a:rPr lang="en-US" sz="2250" b="1" dirty="0">
                <a:solidFill>
                  <a:srgbClr val="FFFFFF"/>
                </a:solidFill>
                <a:latin typeface="Arial" pitchFamily="34" charset="0"/>
                <a:ea typeface="Arial" pitchFamily="34" charset="-122"/>
                <a:cs typeface="Arial" pitchFamily="34" charset="-120"/>
              </a:rPr>
              <a:t>2</a:t>
            </a:r>
            <a:endParaRPr lang="en-US" sz="2250" dirty="0"/>
          </a:p>
        </p:txBody>
      </p:sp>
      <p:sp>
        <p:nvSpPr>
          <p:cNvPr id="14" name="Text 12"/>
          <p:cNvSpPr/>
          <p:nvPr/>
        </p:nvSpPr>
        <p:spPr>
          <a:xfrm>
            <a:off x="8556679" y="2406650"/>
            <a:ext cx="1219200" cy="450850"/>
          </a:xfrm>
          <a:prstGeom prst="rect">
            <a:avLst/>
          </a:prstGeom>
          <a:noFill/>
          <a:ln/>
        </p:spPr>
        <p:txBody>
          <a:bodyPr wrap="square" lIns="25400" tIns="25400" rIns="25400" bIns="25400" rtlCol="0" anchor="t">
            <a:normAutofit/>
          </a:bodyPr>
          <a:lstStyle/>
          <a:p>
            <a:pPr marL="0" indent="0" algn="ctr">
              <a:buNone/>
            </a:pPr>
            <a:r>
              <a:rPr lang="en-US" sz="2250" b="1" dirty="0">
                <a:solidFill>
                  <a:srgbClr val="1A1A1A"/>
                </a:solidFill>
                <a:latin typeface="Arial" pitchFamily="34" charset="0"/>
                <a:ea typeface="Arial" pitchFamily="34" charset="-122"/>
                <a:cs typeface="Arial" pitchFamily="34" charset="-120"/>
              </a:rPr>
              <a:t>経路確認</a:t>
            </a:r>
            <a:endParaRPr lang="en-US" sz="2250" dirty="0"/>
          </a:p>
        </p:txBody>
      </p:sp>
      <p:sp>
        <p:nvSpPr>
          <p:cNvPr id="15" name="Text 13"/>
          <p:cNvSpPr/>
          <p:nvPr/>
        </p:nvSpPr>
        <p:spPr>
          <a:xfrm>
            <a:off x="7764668" y="2971800"/>
            <a:ext cx="2803320" cy="746720"/>
          </a:xfrm>
          <a:prstGeom prst="rect">
            <a:avLst/>
          </a:prstGeom>
          <a:noFill/>
          <a:ln/>
        </p:spPr>
        <p:txBody>
          <a:bodyPr wrap="square" lIns="25400" tIns="25400" rIns="25400" bIns="25400" rtlCol="0" anchor="t">
            <a:normAutofit fontScale="92500" lnSpcReduction="20000"/>
          </a:bodyPr>
          <a:lstStyle/>
          <a:p>
            <a:pPr marL="0" indent="0" algn="ctr">
              <a:lnSpc>
                <a:spcPct val="155000"/>
              </a:lnSpc>
              <a:buNone/>
            </a:pPr>
            <a:r>
              <a:rPr lang="en-US" sz="1800" dirty="0">
                <a:solidFill>
                  <a:srgbClr val="1A1A1A"/>
                </a:solidFill>
                <a:latin typeface="Arial" pitchFamily="34" charset="0"/>
                <a:ea typeface="Arial" pitchFamily="34" charset="-122"/>
                <a:cs typeface="Arial" pitchFamily="34" charset="-120"/>
              </a:rPr>
              <a:t>閉鎖を考慮した避難経路を確認する</a:t>
            </a:r>
            <a:endParaRPr lang="en-US" sz="1800" dirty="0"/>
          </a:p>
        </p:txBody>
      </p:sp>
      <p:sp>
        <p:nvSpPr>
          <p:cNvPr id="16" name="Text 14"/>
          <p:cNvSpPr/>
          <p:nvPr/>
        </p:nvSpPr>
        <p:spPr>
          <a:xfrm>
            <a:off x="11500768" y="1289050"/>
            <a:ext cx="1036241" cy="6917730"/>
          </a:xfrm>
          <a:prstGeom prst="rect">
            <a:avLst/>
          </a:prstGeom>
          <a:noFill/>
          <a:ln/>
        </p:spPr>
        <p:txBody>
          <a:bodyPr wrap="square" lIns="25400" tIns="25400" rIns="25400" bIns="25400" rtlCol="0" anchor="ctr">
            <a:normAutofit/>
          </a:bodyPr>
          <a:lstStyle/>
          <a:p>
            <a:pPr marL="0" indent="0" algn="ctr">
              <a:buNone/>
            </a:pPr>
            <a:r>
              <a:rPr lang="en-US" sz="3300" dirty="0">
                <a:solidFill>
                  <a:srgbClr val="A8DCF0"/>
                </a:solidFill>
                <a:latin typeface="Arial" pitchFamily="34" charset="0"/>
                <a:ea typeface="Arial" pitchFamily="34" charset="-122"/>
                <a:cs typeface="Arial" pitchFamily="34" charset="-120"/>
              </a:rPr>
              <a:t>▶</a:t>
            </a:r>
            <a:endParaRPr lang="en-US" sz="3300" dirty="0"/>
          </a:p>
        </p:txBody>
      </p:sp>
      <p:sp>
        <p:nvSpPr>
          <p:cNvPr id="18" name="Shape 16"/>
          <p:cNvSpPr/>
          <p:nvPr/>
        </p:nvSpPr>
        <p:spPr>
          <a:xfrm>
            <a:off x="14201825" y="1675899"/>
            <a:ext cx="571500" cy="571500"/>
          </a:xfrm>
          <a:prstGeom prst="ellipse">
            <a:avLst/>
          </a:prstGeom>
          <a:solidFill>
            <a:srgbClr val="29ABE2"/>
          </a:solidFill>
          <a:ln/>
        </p:spPr>
        <p:txBody>
          <a:bodyPr/>
          <a:lstStyle/>
          <a:p>
            <a:endParaRPr lang="ja-JP" altLang="en-US"/>
          </a:p>
        </p:txBody>
      </p:sp>
      <p:sp>
        <p:nvSpPr>
          <p:cNvPr id="19" name="Text 17"/>
          <p:cNvSpPr/>
          <p:nvPr/>
        </p:nvSpPr>
        <p:spPr>
          <a:xfrm>
            <a:off x="14182724" y="1656849"/>
            <a:ext cx="647700" cy="609600"/>
          </a:xfrm>
          <a:prstGeom prst="rect">
            <a:avLst/>
          </a:prstGeom>
          <a:noFill/>
          <a:ln/>
        </p:spPr>
        <p:txBody>
          <a:bodyPr wrap="square" lIns="25400" tIns="25400" rIns="25400" bIns="25400" rtlCol="0" anchor="ctr">
            <a:normAutofit/>
          </a:bodyPr>
          <a:lstStyle/>
          <a:p>
            <a:pPr marL="0" indent="0" algn="ctr">
              <a:buNone/>
            </a:pPr>
            <a:r>
              <a:rPr lang="en-US" sz="2250" b="1" dirty="0">
                <a:solidFill>
                  <a:srgbClr val="FFFFFF"/>
                </a:solidFill>
                <a:latin typeface="Arial" pitchFamily="34" charset="0"/>
                <a:ea typeface="Arial" pitchFamily="34" charset="-122"/>
                <a:cs typeface="Arial" pitchFamily="34" charset="-120"/>
              </a:rPr>
              <a:t>3</a:t>
            </a:r>
            <a:endParaRPr lang="en-US" sz="2250" dirty="0"/>
          </a:p>
        </p:txBody>
      </p:sp>
      <p:sp>
        <p:nvSpPr>
          <p:cNvPr id="20" name="Text 18"/>
          <p:cNvSpPr/>
          <p:nvPr/>
        </p:nvSpPr>
        <p:spPr>
          <a:xfrm>
            <a:off x="13104965" y="2437899"/>
            <a:ext cx="2803320" cy="863600"/>
          </a:xfrm>
          <a:prstGeom prst="rect">
            <a:avLst/>
          </a:prstGeom>
          <a:noFill/>
          <a:ln/>
        </p:spPr>
        <p:txBody>
          <a:bodyPr wrap="square" lIns="25400" tIns="25400" rIns="25400" bIns="25400" rtlCol="0" anchor="t">
            <a:normAutofit/>
          </a:bodyPr>
          <a:lstStyle/>
          <a:p>
            <a:pPr marL="0" indent="0" algn="ctr">
              <a:buNone/>
            </a:pPr>
            <a:r>
              <a:rPr lang="en-US" sz="2250" b="1" dirty="0">
                <a:solidFill>
                  <a:srgbClr val="1A1A1A"/>
                </a:solidFill>
                <a:latin typeface="Arial" pitchFamily="34" charset="0"/>
                <a:ea typeface="Arial" pitchFamily="34" charset="-122"/>
                <a:cs typeface="Arial" pitchFamily="34" charset="-120"/>
              </a:rPr>
              <a:t>自家用車シナリオ作成</a:t>
            </a:r>
            <a:endParaRPr lang="en-US" sz="2250" dirty="0"/>
          </a:p>
        </p:txBody>
      </p:sp>
      <p:sp>
        <p:nvSpPr>
          <p:cNvPr id="21" name="Text 19"/>
          <p:cNvSpPr/>
          <p:nvPr/>
        </p:nvSpPr>
        <p:spPr>
          <a:xfrm>
            <a:off x="13104965" y="3415799"/>
            <a:ext cx="2803320" cy="1455341"/>
          </a:xfrm>
          <a:prstGeom prst="rect">
            <a:avLst/>
          </a:prstGeom>
          <a:noFill/>
          <a:ln/>
        </p:spPr>
        <p:txBody>
          <a:bodyPr wrap="square" lIns="25400" tIns="25400" rIns="25400" bIns="25400" rtlCol="0" anchor="t">
            <a:normAutofit/>
          </a:bodyPr>
          <a:lstStyle/>
          <a:p>
            <a:pPr marL="0" indent="0" algn="ctr">
              <a:lnSpc>
                <a:spcPct val="155000"/>
              </a:lnSpc>
              <a:buNone/>
            </a:pPr>
            <a:r>
              <a:rPr lang="en-US" sz="1800" dirty="0">
                <a:solidFill>
                  <a:srgbClr val="1A1A1A"/>
                </a:solidFill>
                <a:latin typeface="Arial" pitchFamily="34" charset="0"/>
                <a:ea typeface="Arial" pitchFamily="34" charset="-122"/>
                <a:cs typeface="Arial" pitchFamily="34" charset="-120"/>
              </a:rPr>
              <a:t>出発地・目的地・車両数・出発時刻・閉鎖時刻・再経路条件を設定する</a:t>
            </a:r>
            <a:endParaRPr lang="en-US" sz="1800" dirty="0"/>
          </a:p>
        </p:txBody>
      </p:sp>
      <p:sp>
        <p:nvSpPr>
          <p:cNvPr id="28" name="Shape 26"/>
          <p:cNvSpPr/>
          <p:nvPr/>
        </p:nvSpPr>
        <p:spPr>
          <a:xfrm>
            <a:off x="1143000" y="8416330"/>
            <a:ext cx="16002000" cy="1108670"/>
          </a:xfrm>
          <a:prstGeom prst="roundRect">
            <a:avLst>
              <a:gd name="adj" fmla="val 5155"/>
            </a:avLst>
          </a:prstGeom>
          <a:solidFill>
            <a:srgbClr val="F4F9FC"/>
          </a:solidFill>
          <a:ln/>
        </p:spPr>
        <p:txBody>
          <a:bodyPr/>
          <a:lstStyle/>
          <a:p>
            <a:endParaRPr lang="ja-JP" altLang="en-US"/>
          </a:p>
        </p:txBody>
      </p:sp>
      <p:sp>
        <p:nvSpPr>
          <p:cNvPr id="29" name="Text 27"/>
          <p:cNvSpPr/>
          <p:nvPr/>
        </p:nvSpPr>
        <p:spPr>
          <a:xfrm>
            <a:off x="1409700" y="8606830"/>
            <a:ext cx="245368" cy="393700"/>
          </a:xfrm>
          <a:prstGeom prst="rect">
            <a:avLst/>
          </a:prstGeom>
          <a:noFill/>
          <a:ln/>
        </p:spPr>
        <p:txBody>
          <a:bodyPr wrap="square" lIns="25400" tIns="25400" rIns="25400" bIns="25400" rtlCol="0" anchor="t">
            <a:normAutofit/>
          </a:bodyPr>
          <a:lstStyle/>
          <a:p>
            <a:pPr marL="0" indent="0" algn="l">
              <a:buNone/>
            </a:pPr>
            <a:r>
              <a:rPr lang="en-US" sz="1950" dirty="0">
                <a:solidFill>
                  <a:srgbClr val="1A1A1A"/>
                </a:solidFill>
                <a:latin typeface="Arial" pitchFamily="34" charset="0"/>
                <a:ea typeface="Arial" pitchFamily="34" charset="-122"/>
                <a:cs typeface="Arial" pitchFamily="34" charset="-120"/>
              </a:rPr>
              <a:t>✓</a:t>
            </a:r>
            <a:endParaRPr lang="en-US" sz="1950" dirty="0"/>
          </a:p>
        </p:txBody>
      </p:sp>
      <p:sp>
        <p:nvSpPr>
          <p:cNvPr id="30" name="Text 28"/>
          <p:cNvSpPr/>
          <p:nvPr/>
        </p:nvSpPr>
        <p:spPr>
          <a:xfrm>
            <a:off x="1731268" y="8606830"/>
            <a:ext cx="15601443" cy="76577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b="1" dirty="0">
                <a:solidFill>
                  <a:srgbClr val="29ABE2"/>
                </a:solidFill>
                <a:latin typeface="Arial" pitchFamily="34" charset="0"/>
                <a:ea typeface="Arial" pitchFamily="34" charset="-122"/>
                <a:cs typeface="Arial" pitchFamily="34" charset="-120"/>
              </a:rPr>
              <a:t>避難困難者の静的推計は実装済み。 </a:t>
            </a:r>
            <a:r>
              <a:rPr lang="en-US" sz="1800" dirty="0">
                <a:solidFill>
                  <a:srgbClr val="1A1A1A"/>
                </a:solidFill>
                <a:latin typeface="Arial" pitchFamily="34" charset="0"/>
                <a:ea typeface="Arial" pitchFamily="34" charset="-122"/>
                <a:cs typeface="Arial" pitchFamily="34" charset="-120"/>
              </a:rPr>
              <a:t>今後は時間進行を考慮した動的シミュレーションへ進め、自家用車のみとデマンド交通バス活用を同一指標（到着・未到着・主要避難路の混雑・バス輸送人数）で比較する。</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1436</TotalTime>
  <Words>607</Words>
  <Application>Microsoft Office PowerPoint</Application>
  <PresentationFormat>ユーザー設定</PresentationFormat>
  <Paragraphs>142</Paragraphs>
  <Slides>9</Slides>
  <Notes>9</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9</vt:i4>
      </vt:variant>
    </vt:vector>
  </HeadingPairs>
  <TitlesOfParts>
    <vt:vector size="12" baseType="lpstr">
      <vt:lpstr>BIZ UDゴシック</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古賀 玲次</cp:lastModifiedBy>
  <cp:revision>1</cp:revision>
  <dcterms:created xsi:type="dcterms:W3CDTF">2026-06-29T03:34:38Z</dcterms:created>
  <dcterms:modified xsi:type="dcterms:W3CDTF">2026-07-01T09:08:42Z</dcterms:modified>
</cp:coreProperties>
</file>